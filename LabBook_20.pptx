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89" r:id="rId3"/>
    <p:sldId id="295" r:id="rId4"/>
    <p:sldId id="304" r:id="rId5"/>
    <p:sldId id="302" r:id="rId6"/>
    <p:sldId id="303" r:id="rId7"/>
    <p:sldId id="291" r:id="rId8"/>
    <p:sldId id="296" r:id="rId9"/>
    <p:sldId id="293" r:id="rId10"/>
    <p:sldId id="294" r:id="rId11"/>
    <p:sldId id="299" r:id="rId12"/>
    <p:sldId id="300" r:id="rId13"/>
    <p:sldId id="301" r:id="rId14"/>
    <p:sldId id="297" r:id="rId15"/>
    <p:sldId id="290" r:id="rId16"/>
    <p:sldId id="292" r:id="rId17"/>
    <p:sldId id="298"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07" d="100"/>
          <a:sy n="107" d="100"/>
        </p:scale>
        <p:origin x="1212" y="10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04/03/2026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04/03/2026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Width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785</TotalTime>
  <Words>1190</Words>
  <Application>Microsoft Office PowerPoint</Application>
  <PresentationFormat>Panorámica</PresentationFormat>
  <Paragraphs>227</Paragraphs>
  <Slides>18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vt:lpstr>
      <vt:lpstr>Learning outcome #3 – 2x2 Directional Coupler Width 0.6 - 1.6 µm (step 0.1 µm) – Wavelength 1.55 µm </vt:lpstr>
      <vt:lpstr>Learning outcome #4 – Parallel uncoupled waveguides Wavelength 1.55 µm, width 1.0 µm, gap to be found for uncoupled wvgs</vt:lpstr>
      <vt:lpstr>Presentación de PowerPoint</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Christian Camilo Cano Vasquez</cp:lastModifiedBy>
  <cp:revision>11</cp:revision>
  <dcterms:created xsi:type="dcterms:W3CDTF">2025-01-27T02:46:57Z</dcterms:created>
  <dcterms:modified xsi:type="dcterms:W3CDTF">2026-03-04T11:30:02Z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