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7"/>
  </p:notesMasterIdLst>
  <p:handoutMasterIdLst>
    <p:handoutMasterId r:id="rId28"/>
  </p:handoutMasterIdLst>
  <p:sldIdLst>
    <p:sldId id="256" r:id="rId2"/>
    <p:sldId id="289" r:id="rId3"/>
    <p:sldId id="295" r:id="rId4"/>
    <p:sldId id="304" r:id="rId5"/>
    <p:sldId id="306" r:id="rId6"/>
    <p:sldId id="305" r:id="rId7"/>
    <p:sldId id="307" r:id="rId8"/>
    <p:sldId id="302" r:id="rId9"/>
    <p:sldId id="308" r:id="rId10"/>
    <p:sldId id="303" r:id="rId11"/>
    <p:sldId id="309" r:id="rId12"/>
    <p:sldId id="291" r:id="rId13"/>
    <p:sldId id="296" r:id="rId14"/>
    <p:sldId id="293" r:id="rId15"/>
    <p:sldId id="310" r:id="rId16"/>
    <p:sldId id="311" r:id="rId17"/>
    <p:sldId id="294" r:id="rId18"/>
    <p:sldId id="299" r:id="rId19"/>
    <p:sldId id="300" r:id="rId20"/>
    <p:sldId id="301" r:id="rId21"/>
    <p:sldId id="290" r:id="rId22"/>
    <p:sldId id="297" r:id="rId23"/>
    <p:sldId id="292" r:id="rId24"/>
    <p:sldId id="298" r:id="rId25"/>
    <p:sldId id="288" r:id="rId26"/>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7F33785-BC2C-49BB-BCD8-5C94424F2E10}" v="542" dt="2026-05-04T00:51:26.517"/>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ina Perello Rosello" userId="69f91a53-5bef-4f5d-95a0-2d7e9ad91226" providerId="ADAL" clId="{D5C0B240-B85D-4721-A041-7D56BFA99843}"/>
    <pc:docChg chg="undo custSel addSld delSld modSld sldOrd">
      <pc:chgData name="Aina Perello Rosello" userId="69f91a53-5bef-4f5d-95a0-2d7e9ad91226" providerId="ADAL" clId="{D5C0B240-B85D-4721-A041-7D56BFA99843}" dt="2026-05-04T00:52:03.844" v="2645" actId="20577"/>
      <pc:docMkLst>
        <pc:docMk/>
      </pc:docMkLst>
      <pc:sldChg chg="addSp delSp modSp mod">
        <pc:chgData name="Aina Perello Rosello" userId="69f91a53-5bef-4f5d-95a0-2d7e9ad91226" providerId="ADAL" clId="{D5C0B240-B85D-4721-A041-7D56BFA99843}" dt="2026-05-04T00:52:03.844" v="2645" actId="20577"/>
        <pc:sldMkLst>
          <pc:docMk/>
          <pc:sldMk cId="179796361" sldId="290"/>
        </pc:sldMkLst>
        <pc:spChg chg="mod">
          <ac:chgData name="Aina Perello Rosello" userId="69f91a53-5bef-4f5d-95a0-2d7e9ad91226" providerId="ADAL" clId="{D5C0B240-B85D-4721-A041-7D56BFA99843}" dt="2026-05-04T00:52:03.844" v="2645" actId="20577"/>
          <ac:spMkLst>
            <pc:docMk/>
            <pc:sldMk cId="179796361" sldId="290"/>
            <ac:spMk id="2" creationId="{D0F8CF3B-B920-DBFC-F825-0C87B51EADA7}"/>
          </ac:spMkLst>
        </pc:spChg>
        <pc:spChg chg="del mod">
          <ac:chgData name="Aina Perello Rosello" userId="69f91a53-5bef-4f5d-95a0-2d7e9ad91226" providerId="ADAL" clId="{D5C0B240-B85D-4721-A041-7D56BFA99843}" dt="2026-05-04T00:42:14.783" v="2250" actId="478"/>
          <ac:spMkLst>
            <pc:docMk/>
            <pc:sldMk cId="179796361" sldId="290"/>
            <ac:spMk id="8" creationId="{E9BD6C85-02F1-7B54-41E3-E3D9883786D8}"/>
          </ac:spMkLst>
        </pc:spChg>
        <pc:spChg chg="del mod">
          <ac:chgData name="Aina Perello Rosello" userId="69f91a53-5bef-4f5d-95a0-2d7e9ad91226" providerId="ADAL" clId="{D5C0B240-B85D-4721-A041-7D56BFA99843}" dt="2026-05-04T00:42:18.347" v="2251" actId="478"/>
          <ac:spMkLst>
            <pc:docMk/>
            <pc:sldMk cId="179796361" sldId="290"/>
            <ac:spMk id="9" creationId="{7431A41C-EEB3-44D0-4622-A915E258C8F0}"/>
          </ac:spMkLst>
        </pc:spChg>
        <pc:picChg chg="add mod">
          <ac:chgData name="Aina Perello Rosello" userId="69f91a53-5bef-4f5d-95a0-2d7e9ad91226" providerId="ADAL" clId="{D5C0B240-B85D-4721-A041-7D56BFA99843}" dt="2026-05-04T00:42:44.948" v="2259" actId="1076"/>
          <ac:picMkLst>
            <pc:docMk/>
            <pc:sldMk cId="179796361" sldId="290"/>
            <ac:picMk id="10" creationId="{E044A6E7-0024-8389-74A4-3BE34D3EABE4}"/>
          </ac:picMkLst>
        </pc:picChg>
        <pc:picChg chg="add mod modCrop">
          <ac:chgData name="Aina Perello Rosello" userId="69f91a53-5bef-4f5d-95a0-2d7e9ad91226" providerId="ADAL" clId="{D5C0B240-B85D-4721-A041-7D56BFA99843}" dt="2026-05-04T00:42:48.746" v="2261" actId="1076"/>
          <ac:picMkLst>
            <pc:docMk/>
            <pc:sldMk cId="179796361" sldId="290"/>
            <ac:picMk id="12" creationId="{2E8BE4CE-A4B2-E18F-7475-F1B2929AA83C}"/>
          </ac:picMkLst>
        </pc:picChg>
      </pc:sldChg>
      <pc:sldChg chg="addSp delSp modSp mod">
        <pc:chgData name="Aina Perello Rosello" userId="69f91a53-5bef-4f5d-95a0-2d7e9ad91226" providerId="ADAL" clId="{D5C0B240-B85D-4721-A041-7D56BFA99843}" dt="2026-05-04T00:32:30.700" v="1659" actId="20577"/>
        <pc:sldMkLst>
          <pc:docMk/>
          <pc:sldMk cId="3712356003" sldId="291"/>
        </pc:sldMkLst>
        <pc:spChg chg="mod">
          <ac:chgData name="Aina Perello Rosello" userId="69f91a53-5bef-4f5d-95a0-2d7e9ad91226" providerId="ADAL" clId="{D5C0B240-B85D-4721-A041-7D56BFA99843}" dt="2026-05-04T00:32:30.700" v="1659" actId="20577"/>
          <ac:spMkLst>
            <pc:docMk/>
            <pc:sldMk cId="3712356003" sldId="291"/>
            <ac:spMk id="2" creationId="{CA5F0FDF-2A95-453B-4ECA-AEB637FF2694}"/>
          </ac:spMkLst>
        </pc:spChg>
        <pc:spChg chg="del mod">
          <ac:chgData name="Aina Perello Rosello" userId="69f91a53-5bef-4f5d-95a0-2d7e9ad91226" providerId="ADAL" clId="{D5C0B240-B85D-4721-A041-7D56BFA99843}" dt="2026-05-03T23:54:40.275" v="248" actId="478"/>
          <ac:spMkLst>
            <pc:docMk/>
            <pc:sldMk cId="3712356003" sldId="291"/>
            <ac:spMk id="9" creationId="{C1467207-8D05-D4C6-EBD2-209F796AE977}"/>
          </ac:spMkLst>
        </pc:spChg>
        <pc:spChg chg="del">
          <ac:chgData name="Aina Perello Rosello" userId="69f91a53-5bef-4f5d-95a0-2d7e9ad91226" providerId="ADAL" clId="{D5C0B240-B85D-4721-A041-7D56BFA99843}" dt="2026-05-03T23:56:32.018" v="256" actId="478"/>
          <ac:spMkLst>
            <pc:docMk/>
            <pc:sldMk cId="3712356003" sldId="291"/>
            <ac:spMk id="10" creationId="{32E39C0C-95E1-ED90-891A-5D634D9DB76B}"/>
          </ac:spMkLst>
        </pc:spChg>
        <pc:picChg chg="add del">
          <ac:chgData name="Aina Perello Rosello" userId="69f91a53-5bef-4f5d-95a0-2d7e9ad91226" providerId="ADAL" clId="{D5C0B240-B85D-4721-A041-7D56BFA99843}" dt="2026-05-03T23:54:43.410" v="250" actId="478"/>
          <ac:picMkLst>
            <pc:docMk/>
            <pc:sldMk cId="3712356003" sldId="291"/>
            <ac:picMk id="7" creationId="{C7AF56B0-D12A-3E24-F65B-FBDFA26E8A5C}"/>
          </ac:picMkLst>
        </pc:picChg>
        <pc:picChg chg="add del">
          <ac:chgData name="Aina Perello Rosello" userId="69f91a53-5bef-4f5d-95a0-2d7e9ad91226" providerId="ADAL" clId="{D5C0B240-B85D-4721-A041-7D56BFA99843}" dt="2026-05-03T23:56:15.183" v="252" actId="478"/>
          <ac:picMkLst>
            <pc:docMk/>
            <pc:sldMk cId="3712356003" sldId="291"/>
            <ac:picMk id="11" creationId="{88D7D8A7-596C-7FBE-3608-EB04DA562329}"/>
          </ac:picMkLst>
        </pc:picChg>
        <pc:picChg chg="add mod">
          <ac:chgData name="Aina Perello Rosello" userId="69f91a53-5bef-4f5d-95a0-2d7e9ad91226" providerId="ADAL" clId="{D5C0B240-B85D-4721-A041-7D56BFA99843}" dt="2026-05-03T23:56:26.971" v="255" actId="1076"/>
          <ac:picMkLst>
            <pc:docMk/>
            <pc:sldMk cId="3712356003" sldId="291"/>
            <ac:picMk id="13" creationId="{B53B2F86-616D-BFB6-633D-0F765CC16006}"/>
          </ac:picMkLst>
        </pc:picChg>
        <pc:picChg chg="add mod">
          <ac:chgData name="Aina Perello Rosello" userId="69f91a53-5bef-4f5d-95a0-2d7e9ad91226" providerId="ADAL" clId="{D5C0B240-B85D-4721-A041-7D56BFA99843}" dt="2026-05-03T23:57:07.618" v="261" actId="1076"/>
          <ac:picMkLst>
            <pc:docMk/>
            <pc:sldMk cId="3712356003" sldId="291"/>
            <ac:picMk id="15" creationId="{05D4DA0A-F310-0789-BEE8-39A733DBA2BE}"/>
          </ac:picMkLst>
        </pc:picChg>
      </pc:sldChg>
      <pc:sldChg chg="addSp delSp modSp mod">
        <pc:chgData name="Aina Perello Rosello" userId="69f91a53-5bef-4f5d-95a0-2d7e9ad91226" providerId="ADAL" clId="{D5C0B240-B85D-4721-A041-7D56BFA99843}" dt="2026-05-04T00:50:21.773" v="2550" actId="20577"/>
        <pc:sldMkLst>
          <pc:docMk/>
          <pc:sldMk cId="955145640" sldId="292"/>
        </pc:sldMkLst>
        <pc:spChg chg="mod">
          <ac:chgData name="Aina Perello Rosello" userId="69f91a53-5bef-4f5d-95a0-2d7e9ad91226" providerId="ADAL" clId="{D5C0B240-B85D-4721-A041-7D56BFA99843}" dt="2026-05-04T00:50:21.773" v="2550" actId="20577"/>
          <ac:spMkLst>
            <pc:docMk/>
            <pc:sldMk cId="955145640" sldId="292"/>
            <ac:spMk id="2" creationId="{82A62DD6-5488-72A1-9926-0CAEE59089A9}"/>
          </ac:spMkLst>
        </pc:spChg>
        <pc:spChg chg="del mod">
          <ac:chgData name="Aina Perello Rosello" userId="69f91a53-5bef-4f5d-95a0-2d7e9ad91226" providerId="ADAL" clId="{D5C0B240-B85D-4721-A041-7D56BFA99843}" dt="2026-05-03T23:34:14.391" v="142"/>
          <ac:spMkLst>
            <pc:docMk/>
            <pc:sldMk cId="955145640" sldId="292"/>
            <ac:spMk id="6" creationId="{0C016548-01A2-6E58-B80D-148384B98EB3}"/>
          </ac:spMkLst>
        </pc:spChg>
        <pc:spChg chg="del mod">
          <ac:chgData name="Aina Perello Rosello" userId="69f91a53-5bef-4f5d-95a0-2d7e9ad91226" providerId="ADAL" clId="{D5C0B240-B85D-4721-A041-7D56BFA99843}" dt="2026-05-03T23:33:12.601" v="130"/>
          <ac:spMkLst>
            <pc:docMk/>
            <pc:sldMk cId="955145640" sldId="292"/>
            <ac:spMk id="9" creationId="{075D03BE-0D6A-89E5-3C68-D7BD97B4676E}"/>
          </ac:spMkLst>
        </pc:spChg>
        <pc:spChg chg="del mod">
          <ac:chgData name="Aina Perello Rosello" userId="69f91a53-5bef-4f5d-95a0-2d7e9ad91226" providerId="ADAL" clId="{D5C0B240-B85D-4721-A041-7D56BFA99843}" dt="2026-05-03T23:34:14.397" v="144"/>
          <ac:spMkLst>
            <pc:docMk/>
            <pc:sldMk cId="955145640" sldId="292"/>
            <ac:spMk id="10" creationId="{AC01EDEE-71CC-C570-700B-076F03FCF7E1}"/>
          </ac:spMkLst>
        </pc:spChg>
        <pc:picChg chg="add mod">
          <ac:chgData name="Aina Perello Rosello" userId="69f91a53-5bef-4f5d-95a0-2d7e9ad91226" providerId="ADAL" clId="{D5C0B240-B85D-4721-A041-7D56BFA99843}" dt="2026-05-03T23:33:11.808" v="128" actId="1076"/>
          <ac:picMkLst>
            <pc:docMk/>
            <pc:sldMk cId="955145640" sldId="292"/>
            <ac:picMk id="8" creationId="{4E232CFE-C4FB-6266-D57A-E243A2D95858}"/>
          </ac:picMkLst>
        </pc:picChg>
        <pc:picChg chg="add mod">
          <ac:chgData name="Aina Perello Rosello" userId="69f91a53-5bef-4f5d-95a0-2d7e9ad91226" providerId="ADAL" clId="{D5C0B240-B85D-4721-A041-7D56BFA99843}" dt="2026-05-03T23:33:55.723" v="140" actId="1076"/>
          <ac:picMkLst>
            <pc:docMk/>
            <pc:sldMk cId="955145640" sldId="292"/>
            <ac:picMk id="12" creationId="{9C01D07D-BA28-4322-B35E-1080E5832FA7}"/>
          </ac:picMkLst>
        </pc:picChg>
      </pc:sldChg>
      <pc:sldChg chg="modSp mod">
        <pc:chgData name="Aina Perello Rosello" userId="69f91a53-5bef-4f5d-95a0-2d7e9ad91226" providerId="ADAL" clId="{D5C0B240-B85D-4721-A041-7D56BFA99843}" dt="2026-05-04T00:33:08.673" v="1660" actId="20577"/>
        <pc:sldMkLst>
          <pc:docMk/>
          <pc:sldMk cId="1802451501" sldId="293"/>
        </pc:sldMkLst>
        <pc:spChg chg="mod">
          <ac:chgData name="Aina Perello Rosello" userId="69f91a53-5bef-4f5d-95a0-2d7e9ad91226" providerId="ADAL" clId="{D5C0B240-B85D-4721-A041-7D56BFA99843}" dt="2026-05-04T00:33:08.673" v="1660" actId="20577"/>
          <ac:spMkLst>
            <pc:docMk/>
            <pc:sldMk cId="1802451501" sldId="293"/>
            <ac:spMk id="2" creationId="{FDE3A197-9508-F9F1-1FEB-FF883D78C151}"/>
          </ac:spMkLst>
        </pc:spChg>
      </pc:sldChg>
      <pc:sldChg chg="addSp delSp modSp mod">
        <pc:chgData name="Aina Perello Rosello" userId="69f91a53-5bef-4f5d-95a0-2d7e9ad91226" providerId="ADAL" clId="{D5C0B240-B85D-4721-A041-7D56BFA99843}" dt="2026-05-04T00:37:18.066" v="2132" actId="113"/>
        <pc:sldMkLst>
          <pc:docMk/>
          <pc:sldMk cId="2815679427" sldId="294"/>
        </pc:sldMkLst>
        <pc:spChg chg="mod">
          <ac:chgData name="Aina Perello Rosello" userId="69f91a53-5bef-4f5d-95a0-2d7e9ad91226" providerId="ADAL" clId="{D5C0B240-B85D-4721-A041-7D56BFA99843}" dt="2026-05-04T00:37:18.066" v="2132" actId="113"/>
          <ac:spMkLst>
            <pc:docMk/>
            <pc:sldMk cId="2815679427" sldId="294"/>
            <ac:spMk id="2" creationId="{B5029729-ADF3-3B30-4FF9-83BE1DB82BD7}"/>
          </ac:spMkLst>
        </pc:spChg>
        <pc:spChg chg="del">
          <ac:chgData name="Aina Perello Rosello" userId="69f91a53-5bef-4f5d-95a0-2d7e9ad91226" providerId="ADAL" clId="{D5C0B240-B85D-4721-A041-7D56BFA99843}" dt="2026-05-03T23:58:41.828" v="262" actId="478"/>
          <ac:spMkLst>
            <pc:docMk/>
            <pc:sldMk cId="2815679427" sldId="294"/>
            <ac:spMk id="8" creationId="{0DA14DBA-172E-DA2C-0573-6A00BF18F4A5}"/>
          </ac:spMkLst>
        </pc:spChg>
        <pc:picChg chg="add del mod">
          <ac:chgData name="Aina Perello Rosello" userId="69f91a53-5bef-4f5d-95a0-2d7e9ad91226" providerId="ADAL" clId="{D5C0B240-B85D-4721-A041-7D56BFA99843}" dt="2026-05-04T00:00:04.476" v="265" actId="478"/>
          <ac:picMkLst>
            <pc:docMk/>
            <pc:sldMk cId="2815679427" sldId="294"/>
            <ac:picMk id="5" creationId="{E1748792-0B4F-1B3F-3563-71396819093F}"/>
          </ac:picMkLst>
        </pc:picChg>
        <pc:picChg chg="add mod">
          <ac:chgData name="Aina Perello Rosello" userId="69f91a53-5bef-4f5d-95a0-2d7e9ad91226" providerId="ADAL" clId="{D5C0B240-B85D-4721-A041-7D56BFA99843}" dt="2026-05-04T00:00:13.031" v="268" actId="1076"/>
          <ac:picMkLst>
            <pc:docMk/>
            <pc:sldMk cId="2815679427" sldId="294"/>
            <ac:picMk id="9" creationId="{2D8FE6D3-5FB2-369F-2E90-DD87E0C780BD}"/>
          </ac:picMkLst>
        </pc:picChg>
        <pc:picChg chg="add mod">
          <ac:chgData name="Aina Perello Rosello" userId="69f91a53-5bef-4f5d-95a0-2d7e9ad91226" providerId="ADAL" clId="{D5C0B240-B85D-4721-A041-7D56BFA99843}" dt="2026-05-04T00:00:34.165" v="272" actId="1076"/>
          <ac:picMkLst>
            <pc:docMk/>
            <pc:sldMk cId="2815679427" sldId="294"/>
            <ac:picMk id="11" creationId="{817D760C-1509-B673-0811-7C1F823D31BF}"/>
          </ac:picMkLst>
        </pc:picChg>
      </pc:sldChg>
      <pc:sldChg chg="addSp delSp modSp mod">
        <pc:chgData name="Aina Perello Rosello" userId="69f91a53-5bef-4f5d-95a0-2d7e9ad91226" providerId="ADAL" clId="{D5C0B240-B85D-4721-A041-7D56BFA99843}" dt="2026-05-04T00:50:53.738" v="2556" actId="20577"/>
        <pc:sldMkLst>
          <pc:docMk/>
          <pc:sldMk cId="813558068" sldId="297"/>
        </pc:sldMkLst>
        <pc:spChg chg="mod">
          <ac:chgData name="Aina Perello Rosello" userId="69f91a53-5bef-4f5d-95a0-2d7e9ad91226" providerId="ADAL" clId="{D5C0B240-B85D-4721-A041-7D56BFA99843}" dt="2026-05-04T00:50:53.738" v="2556" actId="20577"/>
          <ac:spMkLst>
            <pc:docMk/>
            <pc:sldMk cId="813558068" sldId="297"/>
            <ac:spMk id="2" creationId="{181326FD-308E-2C47-D5D2-57B3357241AA}"/>
          </ac:spMkLst>
        </pc:spChg>
        <pc:spChg chg="del mod">
          <ac:chgData name="Aina Perello Rosello" userId="69f91a53-5bef-4f5d-95a0-2d7e9ad91226" providerId="ADAL" clId="{D5C0B240-B85D-4721-A041-7D56BFA99843}" dt="2026-05-04T00:42:24.889" v="2252" actId="478"/>
          <ac:spMkLst>
            <pc:docMk/>
            <pc:sldMk cId="813558068" sldId="297"/>
            <ac:spMk id="8" creationId="{B08C2240-8810-4E0A-7DCF-E62A8271EA2E}"/>
          </ac:spMkLst>
        </pc:spChg>
        <pc:spChg chg="del mod">
          <ac:chgData name="Aina Perello Rosello" userId="69f91a53-5bef-4f5d-95a0-2d7e9ad91226" providerId="ADAL" clId="{D5C0B240-B85D-4721-A041-7D56BFA99843}" dt="2026-05-04T00:42:27.439" v="2253" actId="478"/>
          <ac:spMkLst>
            <pc:docMk/>
            <pc:sldMk cId="813558068" sldId="297"/>
            <ac:spMk id="9" creationId="{BBDDC809-0F06-CBE2-4D1A-3A2FA36C33A8}"/>
          </ac:spMkLst>
        </pc:spChg>
        <pc:picChg chg="add mod">
          <ac:chgData name="Aina Perello Rosello" userId="69f91a53-5bef-4f5d-95a0-2d7e9ad91226" providerId="ADAL" clId="{D5C0B240-B85D-4721-A041-7D56BFA99843}" dt="2026-05-04T00:42:31.960" v="2255" actId="1076"/>
          <ac:picMkLst>
            <pc:docMk/>
            <pc:sldMk cId="813558068" sldId="297"/>
            <ac:picMk id="10" creationId="{335D3BB6-6906-ADDA-BD28-71141DF7D992}"/>
          </ac:picMkLst>
        </pc:picChg>
        <pc:picChg chg="add mod">
          <ac:chgData name="Aina Perello Rosello" userId="69f91a53-5bef-4f5d-95a0-2d7e9ad91226" providerId="ADAL" clId="{D5C0B240-B85D-4721-A041-7D56BFA99843}" dt="2026-05-04T00:42:36.424" v="2256" actId="1076"/>
          <ac:picMkLst>
            <pc:docMk/>
            <pc:sldMk cId="813558068" sldId="297"/>
            <ac:picMk id="12" creationId="{296526E0-F9A9-9F73-4223-B81B05D012D5}"/>
          </ac:picMkLst>
        </pc:picChg>
      </pc:sldChg>
      <pc:sldChg chg="addSp delSp modSp mod">
        <pc:chgData name="Aina Perello Rosello" userId="69f91a53-5bef-4f5d-95a0-2d7e9ad91226" providerId="ADAL" clId="{D5C0B240-B85D-4721-A041-7D56BFA99843}" dt="2026-05-04T00:49:52.361" v="2542" actId="20577"/>
        <pc:sldMkLst>
          <pc:docMk/>
          <pc:sldMk cId="535939439" sldId="298"/>
        </pc:sldMkLst>
        <pc:spChg chg="mod">
          <ac:chgData name="Aina Perello Rosello" userId="69f91a53-5bef-4f5d-95a0-2d7e9ad91226" providerId="ADAL" clId="{D5C0B240-B85D-4721-A041-7D56BFA99843}" dt="2026-05-04T00:49:52.361" v="2542" actId="20577"/>
          <ac:spMkLst>
            <pc:docMk/>
            <pc:sldMk cId="535939439" sldId="298"/>
            <ac:spMk id="2" creationId="{8D88CB07-C5F5-9BB7-9F41-E171F0F0E2B9}"/>
          </ac:spMkLst>
        </pc:spChg>
        <pc:spChg chg="del mod">
          <ac:chgData name="Aina Perello Rosello" userId="69f91a53-5bef-4f5d-95a0-2d7e9ad91226" providerId="ADAL" clId="{D5C0B240-B85D-4721-A041-7D56BFA99843}" dt="2026-05-03T23:34:33.399" v="153" actId="478"/>
          <ac:spMkLst>
            <pc:docMk/>
            <pc:sldMk cId="535939439" sldId="298"/>
            <ac:spMk id="6" creationId="{154B5534-E510-6404-1E30-B73FDF73AD42}"/>
          </ac:spMkLst>
        </pc:spChg>
        <pc:spChg chg="del mod">
          <ac:chgData name="Aina Perello Rosello" userId="69f91a53-5bef-4f5d-95a0-2d7e9ad91226" providerId="ADAL" clId="{D5C0B240-B85D-4721-A041-7D56BFA99843}" dt="2026-05-03T23:34:18.230" v="146" actId="478"/>
          <ac:spMkLst>
            <pc:docMk/>
            <pc:sldMk cId="535939439" sldId="298"/>
            <ac:spMk id="9" creationId="{2BDFECD2-156D-6697-CFBF-8CD783F9B986}"/>
          </ac:spMkLst>
        </pc:spChg>
        <pc:spChg chg="del mod">
          <ac:chgData name="Aina Perello Rosello" userId="69f91a53-5bef-4f5d-95a0-2d7e9ad91226" providerId="ADAL" clId="{D5C0B240-B85D-4721-A041-7D56BFA99843}" dt="2026-05-03T23:34:40.205" v="156" actId="478"/>
          <ac:spMkLst>
            <pc:docMk/>
            <pc:sldMk cId="535939439" sldId="298"/>
            <ac:spMk id="10" creationId="{3BFC64CA-DE35-A528-CF09-36A26DB3DEE4}"/>
          </ac:spMkLst>
        </pc:spChg>
        <pc:picChg chg="add mod">
          <ac:chgData name="Aina Perello Rosello" userId="69f91a53-5bef-4f5d-95a0-2d7e9ad91226" providerId="ADAL" clId="{D5C0B240-B85D-4721-A041-7D56BFA99843}" dt="2026-05-03T23:34:28.488" v="151" actId="1076"/>
          <ac:picMkLst>
            <pc:docMk/>
            <pc:sldMk cId="535939439" sldId="298"/>
            <ac:picMk id="8" creationId="{DFB388DE-A88E-BA1E-7217-4B18FFF77EE0}"/>
          </ac:picMkLst>
        </pc:picChg>
        <pc:picChg chg="add mod">
          <ac:chgData name="Aina Perello Rosello" userId="69f91a53-5bef-4f5d-95a0-2d7e9ad91226" providerId="ADAL" clId="{D5C0B240-B85D-4721-A041-7D56BFA99843}" dt="2026-05-03T23:37:07.382" v="162" actId="1076"/>
          <ac:picMkLst>
            <pc:docMk/>
            <pc:sldMk cId="535939439" sldId="298"/>
            <ac:picMk id="12" creationId="{7E1E60C9-9F23-18A5-425E-3407473F317D}"/>
          </ac:picMkLst>
        </pc:picChg>
      </pc:sldChg>
      <pc:sldChg chg="addSp delSp modSp mod">
        <pc:chgData name="Aina Perello Rosello" userId="69f91a53-5bef-4f5d-95a0-2d7e9ad91226" providerId="ADAL" clId="{D5C0B240-B85D-4721-A041-7D56BFA99843}" dt="2026-05-04T00:39:31.509" v="2153" actId="20577"/>
        <pc:sldMkLst>
          <pc:docMk/>
          <pc:sldMk cId="2685215753" sldId="299"/>
        </pc:sldMkLst>
        <pc:spChg chg="mod">
          <ac:chgData name="Aina Perello Rosello" userId="69f91a53-5bef-4f5d-95a0-2d7e9ad91226" providerId="ADAL" clId="{D5C0B240-B85D-4721-A041-7D56BFA99843}" dt="2026-05-04T00:39:31.509" v="2153" actId="20577"/>
          <ac:spMkLst>
            <pc:docMk/>
            <pc:sldMk cId="2685215753" sldId="299"/>
            <ac:spMk id="2" creationId="{43D7D9E5-DAC3-2BB8-7377-826863CBAD4E}"/>
          </ac:spMkLst>
        </pc:spChg>
        <pc:spChg chg="del mod">
          <ac:chgData name="Aina Perello Rosello" userId="69f91a53-5bef-4f5d-95a0-2d7e9ad91226" providerId="ADAL" clId="{D5C0B240-B85D-4721-A041-7D56BFA99843}" dt="2026-05-04T00:03:40.990" v="293" actId="478"/>
          <ac:spMkLst>
            <pc:docMk/>
            <pc:sldMk cId="2685215753" sldId="299"/>
            <ac:spMk id="8" creationId="{643565A9-7DB6-D6EE-152F-2852C8BA7986}"/>
          </ac:spMkLst>
        </pc:spChg>
        <pc:picChg chg="add mod">
          <ac:chgData name="Aina Perello Rosello" userId="69f91a53-5bef-4f5d-95a0-2d7e9ad91226" providerId="ADAL" clId="{D5C0B240-B85D-4721-A041-7D56BFA99843}" dt="2026-05-04T00:03:50.587" v="294"/>
          <ac:picMkLst>
            <pc:docMk/>
            <pc:sldMk cId="2685215753" sldId="299"/>
            <ac:picMk id="4" creationId="{4843C20E-7AF7-CBD8-251E-FA9BD0501F62}"/>
          </ac:picMkLst>
        </pc:picChg>
        <pc:picChg chg="add mod">
          <ac:chgData name="Aina Perello Rosello" userId="69f91a53-5bef-4f5d-95a0-2d7e9ad91226" providerId="ADAL" clId="{D5C0B240-B85D-4721-A041-7D56BFA99843}" dt="2026-05-04T00:03:50.587" v="294"/>
          <ac:picMkLst>
            <pc:docMk/>
            <pc:sldMk cId="2685215753" sldId="299"/>
            <ac:picMk id="5" creationId="{B006B796-875C-F15F-3E60-C75C15439EFA}"/>
          </ac:picMkLst>
        </pc:picChg>
      </pc:sldChg>
      <pc:sldChg chg="addSp delSp modSp mod">
        <pc:chgData name="Aina Perello Rosello" userId="69f91a53-5bef-4f5d-95a0-2d7e9ad91226" providerId="ADAL" clId="{D5C0B240-B85D-4721-A041-7D56BFA99843}" dt="2026-05-04T00:41:14.606" v="2240" actId="115"/>
        <pc:sldMkLst>
          <pc:docMk/>
          <pc:sldMk cId="1023731220" sldId="300"/>
        </pc:sldMkLst>
        <pc:spChg chg="mod">
          <ac:chgData name="Aina Perello Rosello" userId="69f91a53-5bef-4f5d-95a0-2d7e9ad91226" providerId="ADAL" clId="{D5C0B240-B85D-4721-A041-7D56BFA99843}" dt="2026-05-04T00:41:14.606" v="2240" actId="115"/>
          <ac:spMkLst>
            <pc:docMk/>
            <pc:sldMk cId="1023731220" sldId="300"/>
            <ac:spMk id="2" creationId="{EF5B7948-A25A-9043-7061-DD15A9023924}"/>
          </ac:spMkLst>
        </pc:spChg>
        <pc:spChg chg="del">
          <ac:chgData name="Aina Perello Rosello" userId="69f91a53-5bef-4f5d-95a0-2d7e9ad91226" providerId="ADAL" clId="{D5C0B240-B85D-4721-A041-7D56BFA99843}" dt="2026-05-04T00:04:05.978" v="296" actId="478"/>
          <ac:spMkLst>
            <pc:docMk/>
            <pc:sldMk cId="1023731220" sldId="300"/>
            <ac:spMk id="8" creationId="{B0CFB20A-64F3-A296-71E8-F4FA17D35314}"/>
          </ac:spMkLst>
        </pc:spChg>
        <pc:picChg chg="add del mod">
          <ac:chgData name="Aina Perello Rosello" userId="69f91a53-5bef-4f5d-95a0-2d7e9ad91226" providerId="ADAL" clId="{D5C0B240-B85D-4721-A041-7D56BFA99843}" dt="2026-05-04T00:04:29.566" v="298" actId="478"/>
          <ac:picMkLst>
            <pc:docMk/>
            <pc:sldMk cId="1023731220" sldId="300"/>
            <ac:picMk id="4" creationId="{E947D6A6-6474-2553-FF0A-C84B53F5FDE2}"/>
          </ac:picMkLst>
        </pc:picChg>
        <pc:picChg chg="add del mod">
          <ac:chgData name="Aina Perello Rosello" userId="69f91a53-5bef-4f5d-95a0-2d7e9ad91226" providerId="ADAL" clId="{D5C0B240-B85D-4721-A041-7D56BFA99843}" dt="2026-05-04T00:04:32.346" v="299" actId="478"/>
          <ac:picMkLst>
            <pc:docMk/>
            <pc:sldMk cId="1023731220" sldId="300"/>
            <ac:picMk id="5" creationId="{38DFEA48-B999-8D0A-83CA-9AB190ADDFE4}"/>
          </ac:picMkLst>
        </pc:picChg>
        <pc:picChg chg="add mod">
          <ac:chgData name="Aina Perello Rosello" userId="69f91a53-5bef-4f5d-95a0-2d7e9ad91226" providerId="ADAL" clId="{D5C0B240-B85D-4721-A041-7D56BFA99843}" dt="2026-05-04T00:04:33.008" v="300"/>
          <ac:picMkLst>
            <pc:docMk/>
            <pc:sldMk cId="1023731220" sldId="300"/>
            <ac:picMk id="6" creationId="{7F59F1CE-C4DE-2DD1-2331-90A34EB0A718}"/>
          </ac:picMkLst>
        </pc:picChg>
        <pc:picChg chg="add mod">
          <ac:chgData name="Aina Perello Rosello" userId="69f91a53-5bef-4f5d-95a0-2d7e9ad91226" providerId="ADAL" clId="{D5C0B240-B85D-4721-A041-7D56BFA99843}" dt="2026-05-04T00:04:33.008" v="300"/>
          <ac:picMkLst>
            <pc:docMk/>
            <pc:sldMk cId="1023731220" sldId="300"/>
            <ac:picMk id="9" creationId="{87AA09C7-76BE-2209-1E32-50D00CAA9C5E}"/>
          </ac:picMkLst>
        </pc:picChg>
      </pc:sldChg>
      <pc:sldChg chg="addSp delSp modSp mod">
        <pc:chgData name="Aina Perello Rosello" userId="69f91a53-5bef-4f5d-95a0-2d7e9ad91226" providerId="ADAL" clId="{D5C0B240-B85D-4721-A041-7D56BFA99843}" dt="2026-05-04T00:41:50.674" v="2249" actId="20577"/>
        <pc:sldMkLst>
          <pc:docMk/>
          <pc:sldMk cId="699864314" sldId="301"/>
        </pc:sldMkLst>
        <pc:spChg chg="mod">
          <ac:chgData name="Aina Perello Rosello" userId="69f91a53-5bef-4f5d-95a0-2d7e9ad91226" providerId="ADAL" clId="{D5C0B240-B85D-4721-A041-7D56BFA99843}" dt="2026-05-04T00:41:50.674" v="2249" actId="20577"/>
          <ac:spMkLst>
            <pc:docMk/>
            <pc:sldMk cId="699864314" sldId="301"/>
            <ac:spMk id="2" creationId="{42D73A2E-0E5A-8A39-6B70-F9E94D6DBB70}"/>
          </ac:spMkLst>
        </pc:spChg>
        <pc:spChg chg="del">
          <ac:chgData name="Aina Perello Rosello" userId="69f91a53-5bef-4f5d-95a0-2d7e9ad91226" providerId="ADAL" clId="{D5C0B240-B85D-4721-A041-7D56BFA99843}" dt="2026-05-04T00:04:51.758" v="302" actId="478"/>
          <ac:spMkLst>
            <pc:docMk/>
            <pc:sldMk cId="699864314" sldId="301"/>
            <ac:spMk id="8" creationId="{C3506757-32B7-9151-DA89-AADDB7F7D093}"/>
          </ac:spMkLst>
        </pc:spChg>
        <pc:picChg chg="add mod">
          <ac:chgData name="Aina Perello Rosello" userId="69f91a53-5bef-4f5d-95a0-2d7e9ad91226" providerId="ADAL" clId="{D5C0B240-B85D-4721-A041-7D56BFA99843}" dt="2026-05-04T00:06:32.149" v="308" actId="1076"/>
          <ac:picMkLst>
            <pc:docMk/>
            <pc:sldMk cId="699864314" sldId="301"/>
            <ac:picMk id="5" creationId="{55C9BD27-330C-A9BE-816F-FD563167D0B3}"/>
          </ac:picMkLst>
        </pc:picChg>
        <pc:picChg chg="add mod">
          <ac:chgData name="Aina Perello Rosello" userId="69f91a53-5bef-4f5d-95a0-2d7e9ad91226" providerId="ADAL" clId="{D5C0B240-B85D-4721-A041-7D56BFA99843}" dt="2026-05-04T00:06:35.979" v="309" actId="1076"/>
          <ac:picMkLst>
            <pc:docMk/>
            <pc:sldMk cId="699864314" sldId="301"/>
            <ac:picMk id="9" creationId="{9FD01848-1C2B-1ED5-121B-BE3161718ACF}"/>
          </ac:picMkLst>
        </pc:picChg>
      </pc:sldChg>
      <pc:sldChg chg="addSp delSp modSp mod">
        <pc:chgData name="Aina Perello Rosello" userId="69f91a53-5bef-4f5d-95a0-2d7e9ad91226" providerId="ADAL" clId="{D5C0B240-B85D-4721-A041-7D56BFA99843}" dt="2026-05-04T00:27:32.104" v="1328" actId="20577"/>
        <pc:sldMkLst>
          <pc:docMk/>
          <pc:sldMk cId="3663624071" sldId="302"/>
        </pc:sldMkLst>
        <pc:spChg chg="mod">
          <ac:chgData name="Aina Perello Rosello" userId="69f91a53-5bef-4f5d-95a0-2d7e9ad91226" providerId="ADAL" clId="{D5C0B240-B85D-4721-A041-7D56BFA99843}" dt="2026-05-04T00:27:32.104" v="1328" actId="20577"/>
          <ac:spMkLst>
            <pc:docMk/>
            <pc:sldMk cId="3663624071" sldId="302"/>
            <ac:spMk id="2" creationId="{CA5F0FDF-2A95-453B-4ECA-AEB637FF2694}"/>
          </ac:spMkLst>
        </pc:spChg>
        <pc:spChg chg="del">
          <ac:chgData name="Aina Perello Rosello" userId="69f91a53-5bef-4f5d-95a0-2d7e9ad91226" providerId="ADAL" clId="{D5C0B240-B85D-4721-A041-7D56BFA99843}" dt="2026-05-03T23:40:27.251" v="163" actId="478"/>
          <ac:spMkLst>
            <pc:docMk/>
            <pc:sldMk cId="3663624071" sldId="302"/>
            <ac:spMk id="8" creationId="{CD9C65D4-5494-F5CE-1094-CB0A32C33876}"/>
          </ac:spMkLst>
        </pc:spChg>
        <pc:picChg chg="add mod">
          <ac:chgData name="Aina Perello Rosello" userId="69f91a53-5bef-4f5d-95a0-2d7e9ad91226" providerId="ADAL" clId="{D5C0B240-B85D-4721-A041-7D56BFA99843}" dt="2026-05-03T23:40:42.242" v="169" actId="1076"/>
          <ac:picMkLst>
            <pc:docMk/>
            <pc:sldMk cId="3663624071" sldId="302"/>
            <ac:picMk id="5" creationId="{999B09C9-6821-DE39-AFE4-3374E76715CC}"/>
          </ac:picMkLst>
        </pc:picChg>
      </pc:sldChg>
      <pc:sldChg chg="addSp delSp modSp mod ord">
        <pc:chgData name="Aina Perello Rosello" userId="69f91a53-5bef-4f5d-95a0-2d7e9ad91226" providerId="ADAL" clId="{D5C0B240-B85D-4721-A041-7D56BFA99843}" dt="2026-05-04T00:28:24.613" v="1331" actId="20577"/>
        <pc:sldMkLst>
          <pc:docMk/>
          <pc:sldMk cId="1558326841" sldId="303"/>
        </pc:sldMkLst>
        <pc:spChg chg="mod">
          <ac:chgData name="Aina Perello Rosello" userId="69f91a53-5bef-4f5d-95a0-2d7e9ad91226" providerId="ADAL" clId="{D5C0B240-B85D-4721-A041-7D56BFA99843}" dt="2026-05-04T00:28:24.613" v="1331" actId="20577"/>
          <ac:spMkLst>
            <pc:docMk/>
            <pc:sldMk cId="1558326841" sldId="303"/>
            <ac:spMk id="2" creationId="{82A62DD6-5488-72A1-9926-0CAEE59089A9}"/>
          </ac:spMkLst>
        </pc:spChg>
        <pc:spChg chg="del mod">
          <ac:chgData name="Aina Perello Rosello" userId="69f91a53-5bef-4f5d-95a0-2d7e9ad91226" providerId="ADAL" clId="{D5C0B240-B85D-4721-A041-7D56BFA99843}" dt="2026-05-03T23:42:20.480" v="174" actId="478"/>
          <ac:spMkLst>
            <pc:docMk/>
            <pc:sldMk cId="1558326841" sldId="303"/>
            <ac:spMk id="8" creationId="{1EF5BFDA-8EC1-8C73-A932-F36C4DB93C73}"/>
          </ac:spMkLst>
        </pc:spChg>
        <pc:picChg chg="add mod">
          <ac:chgData name="Aina Perello Rosello" userId="69f91a53-5bef-4f5d-95a0-2d7e9ad91226" providerId="ADAL" clId="{D5C0B240-B85D-4721-A041-7D56BFA99843}" dt="2026-05-03T23:43:31.860" v="178" actId="1076"/>
          <ac:picMkLst>
            <pc:docMk/>
            <pc:sldMk cId="1558326841" sldId="303"/>
            <ac:picMk id="5" creationId="{C73509C2-901E-5FF2-69A5-E70638D13DDD}"/>
          </ac:picMkLst>
        </pc:picChg>
        <pc:picChg chg="add del mod">
          <ac:chgData name="Aina Perello Rosello" userId="69f91a53-5bef-4f5d-95a0-2d7e9ad91226" providerId="ADAL" clId="{D5C0B240-B85D-4721-A041-7D56BFA99843}" dt="2026-05-03T23:45:36.602" v="184" actId="478"/>
          <ac:picMkLst>
            <pc:docMk/>
            <pc:sldMk cId="1558326841" sldId="303"/>
            <ac:picMk id="9" creationId="{DC4C8AEA-10AE-B7E4-F337-0A2068DD4759}"/>
          </ac:picMkLst>
        </pc:picChg>
        <pc:picChg chg="add mod">
          <ac:chgData name="Aina Perello Rosello" userId="69f91a53-5bef-4f5d-95a0-2d7e9ad91226" providerId="ADAL" clId="{D5C0B240-B85D-4721-A041-7D56BFA99843}" dt="2026-05-03T23:45:58.838" v="192" actId="1076"/>
          <ac:picMkLst>
            <pc:docMk/>
            <pc:sldMk cId="1558326841" sldId="303"/>
            <ac:picMk id="11" creationId="{D21F8B54-AC20-E0A9-B16A-D4C5B4FD7642}"/>
          </ac:picMkLst>
        </pc:picChg>
        <pc:picChg chg="add mod">
          <ac:chgData name="Aina Perello Rosello" userId="69f91a53-5bef-4f5d-95a0-2d7e9ad91226" providerId="ADAL" clId="{D5C0B240-B85D-4721-A041-7D56BFA99843}" dt="2026-05-03T23:50:27.482" v="220" actId="1076"/>
          <ac:picMkLst>
            <pc:docMk/>
            <pc:sldMk cId="1558326841" sldId="303"/>
            <ac:picMk id="13" creationId="{E365C6E0-6BBB-D576-B092-A238CD685614}"/>
          </ac:picMkLst>
        </pc:picChg>
        <pc:picChg chg="add mod">
          <ac:chgData name="Aina Perello Rosello" userId="69f91a53-5bef-4f5d-95a0-2d7e9ad91226" providerId="ADAL" clId="{D5C0B240-B85D-4721-A041-7D56BFA99843}" dt="2026-05-03T23:50:47.116" v="224" actId="1076"/>
          <ac:picMkLst>
            <pc:docMk/>
            <pc:sldMk cId="1558326841" sldId="303"/>
            <ac:picMk id="15" creationId="{74B38B5F-7B5E-909C-653E-B9E18B6EE3D7}"/>
          </ac:picMkLst>
        </pc:picChg>
      </pc:sldChg>
      <pc:sldChg chg="modSp mod">
        <pc:chgData name="Aina Perello Rosello" userId="69f91a53-5bef-4f5d-95a0-2d7e9ad91226" providerId="ADAL" clId="{D5C0B240-B85D-4721-A041-7D56BFA99843}" dt="2026-05-04T00:24:26.651" v="1118" actId="20577"/>
        <pc:sldMkLst>
          <pc:docMk/>
          <pc:sldMk cId="100258710" sldId="305"/>
        </pc:sldMkLst>
        <pc:spChg chg="mod">
          <ac:chgData name="Aina Perello Rosello" userId="69f91a53-5bef-4f5d-95a0-2d7e9ad91226" providerId="ADAL" clId="{D5C0B240-B85D-4721-A041-7D56BFA99843}" dt="2026-05-04T00:24:26.651" v="1118" actId="20577"/>
          <ac:spMkLst>
            <pc:docMk/>
            <pc:sldMk cId="100258710" sldId="305"/>
            <ac:spMk id="8" creationId="{3AD597FD-2016-2C2F-EA5C-38A378EAE935}"/>
          </ac:spMkLst>
        </pc:spChg>
      </pc:sldChg>
      <pc:sldChg chg="addSp delSp modSp mod">
        <pc:chgData name="Aina Perello Rosello" userId="69f91a53-5bef-4f5d-95a0-2d7e9ad91226" providerId="ADAL" clId="{D5C0B240-B85D-4721-A041-7D56BFA99843}" dt="2026-05-04T00:20:48.827" v="565" actId="20577"/>
        <pc:sldMkLst>
          <pc:docMk/>
          <pc:sldMk cId="520913747" sldId="306"/>
        </pc:sldMkLst>
        <pc:spChg chg="mod">
          <ac:chgData name="Aina Perello Rosello" userId="69f91a53-5bef-4f5d-95a0-2d7e9ad91226" providerId="ADAL" clId="{D5C0B240-B85D-4721-A041-7D56BFA99843}" dt="2026-05-04T00:13:45.040" v="353" actId="14100"/>
          <ac:spMkLst>
            <pc:docMk/>
            <pc:sldMk cId="520913747" sldId="306"/>
            <ac:spMk id="6" creationId="{7B771996-5C3A-211F-E4E7-1C829BDD00AF}"/>
          </ac:spMkLst>
        </pc:spChg>
        <pc:spChg chg="del">
          <ac:chgData name="Aina Perello Rosello" userId="69f91a53-5bef-4f5d-95a0-2d7e9ad91226" providerId="ADAL" clId="{D5C0B240-B85D-4721-A041-7D56BFA99843}" dt="2026-05-04T00:13:37.888" v="351" actId="478"/>
          <ac:spMkLst>
            <pc:docMk/>
            <pc:sldMk cId="520913747" sldId="306"/>
            <ac:spMk id="7" creationId="{FD6FEE14-3D7F-4CC5-9BFD-842921C2B2B6}"/>
          </ac:spMkLst>
        </pc:spChg>
        <pc:spChg chg="mod">
          <ac:chgData name="Aina Perello Rosello" userId="69f91a53-5bef-4f5d-95a0-2d7e9ad91226" providerId="ADAL" clId="{D5C0B240-B85D-4721-A041-7D56BFA99843}" dt="2026-05-04T00:20:48.827" v="565" actId="20577"/>
          <ac:spMkLst>
            <pc:docMk/>
            <pc:sldMk cId="520913747" sldId="306"/>
            <ac:spMk id="8" creationId="{79304E3A-80A0-4CF9-DCEE-2757CB677C04}"/>
          </ac:spMkLst>
        </pc:spChg>
        <pc:picChg chg="mod">
          <ac:chgData name="Aina Perello Rosello" userId="69f91a53-5bef-4f5d-95a0-2d7e9ad91226" providerId="ADAL" clId="{D5C0B240-B85D-4721-A041-7D56BFA99843}" dt="2026-05-04T00:19:31.123" v="379" actId="1076"/>
          <ac:picMkLst>
            <pc:docMk/>
            <pc:sldMk cId="520913747" sldId="306"/>
            <ac:picMk id="9" creationId="{CCB8A7D1-4C2E-AAC7-AB94-1BDBE3B8698D}"/>
          </ac:picMkLst>
        </pc:picChg>
        <pc:picChg chg="add mod">
          <ac:chgData name="Aina Perello Rosello" userId="69f91a53-5bef-4f5d-95a0-2d7e9ad91226" providerId="ADAL" clId="{D5C0B240-B85D-4721-A041-7D56BFA99843}" dt="2026-05-04T00:19:28.859" v="378" actId="1076"/>
          <ac:picMkLst>
            <pc:docMk/>
            <pc:sldMk cId="520913747" sldId="306"/>
            <ac:picMk id="10" creationId="{BAE53C5E-F5F3-8E7E-138A-34C5203E3B57}"/>
          </ac:picMkLst>
        </pc:picChg>
      </pc:sldChg>
      <pc:sldChg chg="modSp mod">
        <pc:chgData name="Aina Perello Rosello" userId="69f91a53-5bef-4f5d-95a0-2d7e9ad91226" providerId="ADAL" clId="{D5C0B240-B85D-4721-A041-7D56BFA99843}" dt="2026-05-04T00:24:22.393" v="1117"/>
        <pc:sldMkLst>
          <pc:docMk/>
          <pc:sldMk cId="1380378534" sldId="307"/>
        </pc:sldMkLst>
        <pc:spChg chg="mod">
          <ac:chgData name="Aina Perello Rosello" userId="69f91a53-5bef-4f5d-95a0-2d7e9ad91226" providerId="ADAL" clId="{D5C0B240-B85D-4721-A041-7D56BFA99843}" dt="2026-05-04T00:24:22.393" v="1117"/>
          <ac:spMkLst>
            <pc:docMk/>
            <pc:sldMk cId="1380378534" sldId="307"/>
            <ac:spMk id="8" creationId="{E172987E-58F6-F676-32BD-93B99177648D}"/>
          </ac:spMkLst>
        </pc:spChg>
      </pc:sldChg>
      <pc:sldChg chg="addSp delSp modSp add mod">
        <pc:chgData name="Aina Perello Rosello" userId="69f91a53-5bef-4f5d-95a0-2d7e9ad91226" providerId="ADAL" clId="{D5C0B240-B85D-4721-A041-7D56BFA99843}" dt="2026-05-04T00:28:49.751" v="1427" actId="20577"/>
        <pc:sldMkLst>
          <pc:docMk/>
          <pc:sldMk cId="706494623" sldId="308"/>
        </pc:sldMkLst>
        <pc:spChg chg="mod">
          <ac:chgData name="Aina Perello Rosello" userId="69f91a53-5bef-4f5d-95a0-2d7e9ad91226" providerId="ADAL" clId="{D5C0B240-B85D-4721-A041-7D56BFA99843}" dt="2026-05-04T00:28:49.751" v="1427" actId="20577"/>
          <ac:spMkLst>
            <pc:docMk/>
            <pc:sldMk cId="706494623" sldId="308"/>
            <ac:spMk id="2" creationId="{67E296F2-053A-FD03-1490-E7421EF94AA5}"/>
          </ac:spMkLst>
        </pc:spChg>
        <pc:spChg chg="del mod">
          <ac:chgData name="Aina Perello Rosello" userId="69f91a53-5bef-4f5d-95a0-2d7e9ad91226" providerId="ADAL" clId="{D5C0B240-B85D-4721-A041-7D56BFA99843}" dt="2026-05-03T23:47:34.730" v="197" actId="478"/>
          <ac:spMkLst>
            <pc:docMk/>
            <pc:sldMk cId="706494623" sldId="308"/>
            <ac:spMk id="8" creationId="{8B309A67-2D7B-2872-361D-EEE7FEF9ED0D}"/>
          </ac:spMkLst>
        </pc:spChg>
        <pc:picChg chg="add del">
          <ac:chgData name="Aina Perello Rosello" userId="69f91a53-5bef-4f5d-95a0-2d7e9ad91226" providerId="ADAL" clId="{D5C0B240-B85D-4721-A041-7D56BFA99843}" dt="2026-05-03T23:47:38.761" v="199" actId="478"/>
          <ac:picMkLst>
            <pc:docMk/>
            <pc:sldMk cId="706494623" sldId="308"/>
            <ac:picMk id="5" creationId="{EDCE9F4D-D644-94A4-450C-92388C8D4057}"/>
          </ac:picMkLst>
        </pc:picChg>
        <pc:picChg chg="add mod">
          <ac:chgData name="Aina Perello Rosello" userId="69f91a53-5bef-4f5d-95a0-2d7e9ad91226" providerId="ADAL" clId="{D5C0B240-B85D-4721-A041-7D56BFA99843}" dt="2026-05-03T23:48:18.559" v="208" actId="14100"/>
          <ac:picMkLst>
            <pc:docMk/>
            <pc:sldMk cId="706494623" sldId="308"/>
            <ac:picMk id="9" creationId="{1CE735CE-74E0-8B44-1E71-A2D62FE9A618}"/>
          </ac:picMkLst>
        </pc:picChg>
        <pc:picChg chg="add mod">
          <ac:chgData name="Aina Perello Rosello" userId="69f91a53-5bef-4f5d-95a0-2d7e9ad91226" providerId="ADAL" clId="{D5C0B240-B85D-4721-A041-7D56BFA99843}" dt="2026-05-03T23:48:29.025" v="211" actId="14100"/>
          <ac:picMkLst>
            <pc:docMk/>
            <pc:sldMk cId="706494623" sldId="308"/>
            <ac:picMk id="11" creationId="{DA73F9A3-9C00-E7D8-1A1B-DBC93827F301}"/>
          </ac:picMkLst>
        </pc:picChg>
        <pc:picChg chg="add mod">
          <ac:chgData name="Aina Perello Rosello" userId="69f91a53-5bef-4f5d-95a0-2d7e9ad91226" providerId="ADAL" clId="{D5C0B240-B85D-4721-A041-7D56BFA99843}" dt="2026-05-03T23:49:21.107" v="215" actId="1076"/>
          <ac:picMkLst>
            <pc:docMk/>
            <pc:sldMk cId="706494623" sldId="308"/>
            <ac:picMk id="13" creationId="{9AAA825F-B55D-571B-52F9-82A1132AB8D0}"/>
          </ac:picMkLst>
        </pc:picChg>
        <pc:picChg chg="add mod">
          <ac:chgData name="Aina Perello Rosello" userId="69f91a53-5bef-4f5d-95a0-2d7e9ad91226" providerId="ADAL" clId="{D5C0B240-B85D-4721-A041-7D56BFA99843}" dt="2026-05-03T23:49:39.799" v="218" actId="1076"/>
          <ac:picMkLst>
            <pc:docMk/>
            <pc:sldMk cId="706494623" sldId="308"/>
            <ac:picMk id="15" creationId="{3DAD6967-5CE3-14AD-509A-D9CB0C97E2AD}"/>
          </ac:picMkLst>
        </pc:picChg>
      </pc:sldChg>
      <pc:sldChg chg="del">
        <pc:chgData name="Aina Perello Rosello" userId="69f91a53-5bef-4f5d-95a0-2d7e9ad91226" providerId="ADAL" clId="{D5C0B240-B85D-4721-A041-7D56BFA99843}" dt="2026-05-03T23:41:38.596" v="170" actId="47"/>
        <pc:sldMkLst>
          <pc:docMk/>
          <pc:sldMk cId="853143266" sldId="308"/>
        </pc:sldMkLst>
      </pc:sldChg>
      <pc:sldChg chg="addSp delSp modSp add mod">
        <pc:chgData name="Aina Perello Rosello" userId="69f91a53-5bef-4f5d-95a0-2d7e9ad91226" providerId="ADAL" clId="{D5C0B240-B85D-4721-A041-7D56BFA99843}" dt="2026-05-04T00:30:03.151" v="1440" actId="20577"/>
        <pc:sldMkLst>
          <pc:docMk/>
          <pc:sldMk cId="3409836835" sldId="309"/>
        </pc:sldMkLst>
        <pc:spChg chg="mod">
          <ac:chgData name="Aina Perello Rosello" userId="69f91a53-5bef-4f5d-95a0-2d7e9ad91226" providerId="ADAL" clId="{D5C0B240-B85D-4721-A041-7D56BFA99843}" dt="2026-05-04T00:30:03.151" v="1440" actId="20577"/>
          <ac:spMkLst>
            <pc:docMk/>
            <pc:sldMk cId="3409836835" sldId="309"/>
            <ac:spMk id="2" creationId="{0358FBC6-A0C2-9782-408C-A0B8E3910E2E}"/>
          </ac:spMkLst>
        </pc:spChg>
        <pc:spChg chg="del">
          <ac:chgData name="Aina Perello Rosello" userId="69f91a53-5bef-4f5d-95a0-2d7e9ad91226" providerId="ADAL" clId="{D5C0B240-B85D-4721-A041-7D56BFA99843}" dt="2026-05-03T23:50:52.571" v="225" actId="478"/>
          <ac:spMkLst>
            <pc:docMk/>
            <pc:sldMk cId="3409836835" sldId="309"/>
            <ac:spMk id="8" creationId="{F1883289-592D-3B91-1F66-87A6C7E84364}"/>
          </ac:spMkLst>
        </pc:spChg>
        <pc:spChg chg="add del mod">
          <ac:chgData name="Aina Perello Rosello" userId="69f91a53-5bef-4f5d-95a0-2d7e9ad91226" providerId="ADAL" clId="{D5C0B240-B85D-4721-A041-7D56BFA99843}" dt="2026-05-03T23:52:27.195" v="240" actId="22"/>
          <ac:spMkLst>
            <pc:docMk/>
            <pc:sldMk cId="3409836835" sldId="309"/>
            <ac:spMk id="15" creationId="{44937A6E-B175-3F14-5394-DFD77C699770}"/>
          </ac:spMkLst>
        </pc:spChg>
        <pc:picChg chg="add mod">
          <ac:chgData name="Aina Perello Rosello" userId="69f91a53-5bef-4f5d-95a0-2d7e9ad91226" providerId="ADAL" clId="{D5C0B240-B85D-4721-A041-7D56BFA99843}" dt="2026-05-03T23:51:05.042" v="227" actId="1076"/>
          <ac:picMkLst>
            <pc:docMk/>
            <pc:sldMk cId="3409836835" sldId="309"/>
            <ac:picMk id="5" creationId="{75D00F05-CDEF-A1CF-19C5-1CD8B5426D9C}"/>
          </ac:picMkLst>
        </pc:picChg>
        <pc:picChg chg="add mod">
          <ac:chgData name="Aina Perello Rosello" userId="69f91a53-5bef-4f5d-95a0-2d7e9ad91226" providerId="ADAL" clId="{D5C0B240-B85D-4721-A041-7D56BFA99843}" dt="2026-05-03T23:51:23.761" v="232" actId="1076"/>
          <ac:picMkLst>
            <pc:docMk/>
            <pc:sldMk cId="3409836835" sldId="309"/>
            <ac:picMk id="9" creationId="{3FAC93D4-6523-09EC-01C5-F8D4AADE706E}"/>
          </ac:picMkLst>
        </pc:picChg>
        <pc:picChg chg="add del">
          <ac:chgData name="Aina Perello Rosello" userId="69f91a53-5bef-4f5d-95a0-2d7e9ad91226" providerId="ADAL" clId="{D5C0B240-B85D-4721-A041-7D56BFA99843}" dt="2026-05-03T23:51:47.089" v="234" actId="478"/>
          <ac:picMkLst>
            <pc:docMk/>
            <pc:sldMk cId="3409836835" sldId="309"/>
            <ac:picMk id="11" creationId="{D02D0604-5159-7172-D3CE-07E013218A34}"/>
          </ac:picMkLst>
        </pc:picChg>
        <pc:picChg chg="add mod">
          <ac:chgData name="Aina Perello Rosello" userId="69f91a53-5bef-4f5d-95a0-2d7e9ad91226" providerId="ADAL" clId="{D5C0B240-B85D-4721-A041-7D56BFA99843}" dt="2026-05-03T23:51:57.909" v="236" actId="1076"/>
          <ac:picMkLst>
            <pc:docMk/>
            <pc:sldMk cId="3409836835" sldId="309"/>
            <ac:picMk id="13" creationId="{AF30DAD1-870D-6D41-3F11-B0AA8C5FD91F}"/>
          </ac:picMkLst>
        </pc:picChg>
        <pc:picChg chg="add mod">
          <ac:chgData name="Aina Perello Rosello" userId="69f91a53-5bef-4f5d-95a0-2d7e9ad91226" providerId="ADAL" clId="{D5C0B240-B85D-4721-A041-7D56BFA99843}" dt="2026-05-03T23:52:57.557" v="246" actId="14100"/>
          <ac:picMkLst>
            <pc:docMk/>
            <pc:sldMk cId="3409836835" sldId="309"/>
            <ac:picMk id="18" creationId="{B8F168C5-8AF2-68BD-8D2B-315237199DC2}"/>
          </ac:picMkLst>
        </pc:picChg>
      </pc:sldChg>
      <pc:sldChg chg="addSp delSp modSp add mod ord">
        <pc:chgData name="Aina Perello Rosello" userId="69f91a53-5bef-4f5d-95a0-2d7e9ad91226" providerId="ADAL" clId="{D5C0B240-B85D-4721-A041-7D56BFA99843}" dt="2026-05-04T00:34:32.762" v="1869" actId="20577"/>
        <pc:sldMkLst>
          <pc:docMk/>
          <pc:sldMk cId="2685142378" sldId="310"/>
        </pc:sldMkLst>
        <pc:spChg chg="mod">
          <ac:chgData name="Aina Perello Rosello" userId="69f91a53-5bef-4f5d-95a0-2d7e9ad91226" providerId="ADAL" clId="{D5C0B240-B85D-4721-A041-7D56BFA99843}" dt="2026-05-04T00:34:32.762" v="1869" actId="20577"/>
          <ac:spMkLst>
            <pc:docMk/>
            <pc:sldMk cId="2685142378" sldId="310"/>
            <ac:spMk id="2" creationId="{DC89B74F-00E0-87B0-EE80-0451DDD29F5A}"/>
          </ac:spMkLst>
        </pc:spChg>
        <pc:spChg chg="mod">
          <ac:chgData name="Aina Perello Rosello" userId="69f91a53-5bef-4f5d-95a0-2d7e9ad91226" providerId="ADAL" clId="{D5C0B240-B85D-4721-A041-7D56BFA99843}" dt="2026-05-04T00:12:50.244" v="347" actId="14100"/>
          <ac:spMkLst>
            <pc:docMk/>
            <pc:sldMk cId="2685142378" sldId="310"/>
            <ac:spMk id="7" creationId="{D84317F6-C283-C929-C4AB-3B4B850DBE82}"/>
          </ac:spMkLst>
        </pc:spChg>
        <pc:spChg chg="mod">
          <ac:chgData name="Aina Perello Rosello" userId="69f91a53-5bef-4f5d-95a0-2d7e9ad91226" providerId="ADAL" clId="{D5C0B240-B85D-4721-A041-7D56BFA99843}" dt="2026-05-04T00:09:03.079" v="314" actId="20577"/>
          <ac:spMkLst>
            <pc:docMk/>
            <pc:sldMk cId="2685142378" sldId="310"/>
            <ac:spMk id="16" creationId="{1670C70B-F0B7-C602-592C-66819FFB0671}"/>
          </ac:spMkLst>
        </pc:spChg>
        <pc:picChg chg="add mod">
          <ac:chgData name="Aina Perello Rosello" userId="69f91a53-5bef-4f5d-95a0-2d7e9ad91226" providerId="ADAL" clId="{D5C0B240-B85D-4721-A041-7D56BFA99843}" dt="2026-05-04T00:13:01.491" v="350" actId="1076"/>
          <ac:picMkLst>
            <pc:docMk/>
            <pc:sldMk cId="2685142378" sldId="310"/>
            <ac:picMk id="5" creationId="{03BC56B0-22E1-F63A-8BAA-B7AC51E6635C}"/>
          </ac:picMkLst>
        </pc:picChg>
        <pc:picChg chg="del">
          <ac:chgData name="Aina Perello Rosello" userId="69f91a53-5bef-4f5d-95a0-2d7e9ad91226" providerId="ADAL" clId="{D5C0B240-B85D-4721-A041-7D56BFA99843}" dt="2026-05-04T00:09:07.608" v="315" actId="478"/>
          <ac:picMkLst>
            <pc:docMk/>
            <pc:sldMk cId="2685142378" sldId="310"/>
            <ac:picMk id="9" creationId="{B5C5A78C-49E4-6E24-F9B9-A40FFE9C5C2B}"/>
          </ac:picMkLst>
        </pc:picChg>
        <pc:picChg chg="del">
          <ac:chgData name="Aina Perello Rosello" userId="69f91a53-5bef-4f5d-95a0-2d7e9ad91226" providerId="ADAL" clId="{D5C0B240-B85D-4721-A041-7D56BFA99843}" dt="2026-05-04T00:09:07.608" v="315" actId="478"/>
          <ac:picMkLst>
            <pc:docMk/>
            <pc:sldMk cId="2685142378" sldId="310"/>
            <ac:picMk id="11" creationId="{499058BC-EDEB-7E3A-8B51-5FBFA12D6644}"/>
          </ac:picMkLst>
        </pc:picChg>
        <pc:picChg chg="del">
          <ac:chgData name="Aina Perello Rosello" userId="69f91a53-5bef-4f5d-95a0-2d7e9ad91226" providerId="ADAL" clId="{D5C0B240-B85D-4721-A041-7D56BFA99843}" dt="2026-05-04T00:09:07.608" v="315" actId="478"/>
          <ac:picMkLst>
            <pc:docMk/>
            <pc:sldMk cId="2685142378" sldId="310"/>
            <ac:picMk id="13" creationId="{066B9501-B9EE-AE16-4170-166FE8ADC603}"/>
          </ac:picMkLst>
        </pc:picChg>
        <pc:picChg chg="del">
          <ac:chgData name="Aina Perello Rosello" userId="69f91a53-5bef-4f5d-95a0-2d7e9ad91226" providerId="ADAL" clId="{D5C0B240-B85D-4721-A041-7D56BFA99843}" dt="2026-05-04T00:09:07.608" v="315" actId="478"/>
          <ac:picMkLst>
            <pc:docMk/>
            <pc:sldMk cId="2685142378" sldId="310"/>
            <ac:picMk id="15" creationId="{F6E9A2D0-2E29-AF88-E92F-DCF1E7E48C66}"/>
          </ac:picMkLst>
        </pc:picChg>
      </pc:sldChg>
      <pc:sldChg chg="addSp modSp add del mod ord">
        <pc:chgData name="Aina Perello Rosello" userId="69f91a53-5bef-4f5d-95a0-2d7e9ad91226" providerId="ADAL" clId="{D5C0B240-B85D-4721-A041-7D56BFA99843}" dt="2026-05-04T00:04:41.719" v="301" actId="47"/>
        <pc:sldMkLst>
          <pc:docMk/>
          <pc:sldMk cId="3859797264" sldId="310"/>
        </pc:sldMkLst>
        <pc:picChg chg="add mod">
          <ac:chgData name="Aina Perello Rosello" userId="69f91a53-5bef-4f5d-95a0-2d7e9ad91226" providerId="ADAL" clId="{D5C0B240-B85D-4721-A041-7D56BFA99843}" dt="2026-05-04T00:02:37.522" v="286" actId="1076"/>
          <ac:picMkLst>
            <pc:docMk/>
            <pc:sldMk cId="3859797264" sldId="310"/>
            <ac:picMk id="5" creationId="{E6549E9E-956C-9E2F-C19E-23BC4BE4BAF1}"/>
          </ac:picMkLst>
        </pc:picChg>
        <pc:picChg chg="add mod modCrop">
          <ac:chgData name="Aina Perello Rosello" userId="69f91a53-5bef-4f5d-95a0-2d7e9ad91226" providerId="ADAL" clId="{D5C0B240-B85D-4721-A041-7D56BFA99843}" dt="2026-05-04T00:03:01.417" v="291" actId="1076"/>
          <ac:picMkLst>
            <pc:docMk/>
            <pc:sldMk cId="3859797264" sldId="310"/>
            <ac:picMk id="8" creationId="{39810609-D695-B827-FB7B-5C924DC86DAB}"/>
          </ac:picMkLst>
        </pc:picChg>
      </pc:sldChg>
      <pc:sldChg chg="addSp modSp add mod">
        <pc:chgData name="Aina Perello Rosello" userId="69f91a53-5bef-4f5d-95a0-2d7e9ad91226" providerId="ADAL" clId="{D5C0B240-B85D-4721-A041-7D56BFA99843}" dt="2026-05-04T00:36:00.323" v="2123" actId="20577"/>
        <pc:sldMkLst>
          <pc:docMk/>
          <pc:sldMk cId="1929199099" sldId="311"/>
        </pc:sldMkLst>
        <pc:spChg chg="mod">
          <ac:chgData name="Aina Perello Rosello" userId="69f91a53-5bef-4f5d-95a0-2d7e9ad91226" providerId="ADAL" clId="{D5C0B240-B85D-4721-A041-7D56BFA99843}" dt="2026-05-04T00:36:00.323" v="2123" actId="20577"/>
          <ac:spMkLst>
            <pc:docMk/>
            <pc:sldMk cId="1929199099" sldId="311"/>
            <ac:spMk id="2" creationId="{983DB7C2-5B84-C899-3A23-9329B5937B42}"/>
          </ac:spMkLst>
        </pc:spChg>
        <pc:picChg chg="add mod">
          <ac:chgData name="Aina Perello Rosello" userId="69f91a53-5bef-4f5d-95a0-2d7e9ad91226" providerId="ADAL" clId="{D5C0B240-B85D-4721-A041-7D56BFA99843}" dt="2026-05-04T00:10:59.801" v="341" actId="1076"/>
          <ac:picMkLst>
            <pc:docMk/>
            <pc:sldMk cId="1929199099" sldId="311"/>
            <ac:picMk id="5" creationId="{413D3D89-0F60-E209-461F-627231A8BCDC}"/>
          </ac:picMkLst>
        </pc:picChg>
        <pc:picChg chg="add mod">
          <ac:chgData name="Aina Perello Rosello" userId="69f91a53-5bef-4f5d-95a0-2d7e9ad91226" providerId="ADAL" clId="{D5C0B240-B85D-4721-A041-7D56BFA99843}" dt="2026-05-04T00:10:53.940" v="340" actId="1076"/>
          <ac:picMkLst>
            <pc:docMk/>
            <pc:sldMk cId="1929199099" sldId="311"/>
            <ac:picMk id="8" creationId="{B45B3BE9-68BF-E839-8D6B-C86B9B63D0E6}"/>
          </ac:picMkLst>
        </pc:picChg>
        <pc:picChg chg="add mod">
          <ac:chgData name="Aina Perello Rosello" userId="69f91a53-5bef-4f5d-95a0-2d7e9ad91226" providerId="ADAL" clId="{D5C0B240-B85D-4721-A041-7D56BFA99843}" dt="2026-05-04T00:10:39.378" v="335" actId="1076"/>
          <ac:picMkLst>
            <pc:docMk/>
            <pc:sldMk cId="1929199099" sldId="311"/>
            <ac:picMk id="10" creationId="{E78E5CD9-C72D-5868-C3A9-67E70E6915D9}"/>
          </ac:picMkLst>
        </pc:picChg>
      </pc:sldChg>
      <pc:sldChg chg="addSp modSp add del mod">
        <pc:chgData name="Aina Perello Rosello" userId="69f91a53-5bef-4f5d-95a0-2d7e9ad91226" providerId="ADAL" clId="{D5C0B240-B85D-4721-A041-7D56BFA99843}" dt="2026-05-04T00:03:54.613" v="295" actId="47"/>
        <pc:sldMkLst>
          <pc:docMk/>
          <pc:sldMk cId="1990269192" sldId="311"/>
        </pc:sldMkLst>
        <pc:picChg chg="add mod">
          <ac:chgData name="Aina Perello Rosello" userId="69f91a53-5bef-4f5d-95a0-2d7e9ad91226" providerId="ADAL" clId="{D5C0B240-B85D-4721-A041-7D56BFA99843}" dt="2026-05-04T00:00:53.242" v="275" actId="1076"/>
          <ac:picMkLst>
            <pc:docMk/>
            <pc:sldMk cId="1990269192" sldId="311"/>
            <ac:picMk id="5" creationId="{29445932-916D-FE97-B56D-E0E48D20478D}"/>
          </ac:picMkLst>
        </pc:picChg>
        <pc:picChg chg="add mod modCrop">
          <ac:chgData name="Aina Perello Rosello" userId="69f91a53-5bef-4f5d-95a0-2d7e9ad91226" providerId="ADAL" clId="{D5C0B240-B85D-4721-A041-7D56BFA99843}" dt="2026-05-04T00:01:24.106" v="280" actId="1076"/>
          <ac:picMkLst>
            <pc:docMk/>
            <pc:sldMk cId="1990269192" sldId="311"/>
            <ac:picMk id="8" creationId="{DC860BC2-CF0C-19A7-F901-14C93A1CB5A3}"/>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04/05/2026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03/05/2026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8</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55608-74C2-CEC4-412F-3D85CA74249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C179F50-26E3-FC0C-87B8-50EA96B76B5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355884-7E1F-C37C-ABE2-FD5C686C3E65}"/>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B5E4B2D7-9A95-28EC-10BF-DC36102F8027}"/>
              </a:ext>
            </a:extLst>
          </p:cNvPr>
          <p:cNvSpPr>
            <a:spLocks noGrp="1"/>
          </p:cNvSpPr>
          <p:nvPr>
            <p:ph type="sldNum" sz="quarter" idx="5"/>
          </p:nvPr>
        </p:nvSpPr>
        <p:spPr/>
        <p:txBody>
          <a:bodyPr/>
          <a:lstStyle/>
          <a:p>
            <a:fld id="{676223B9-C868-4436-87D9-1A3152E1157A}" type="slidenum">
              <a:rPr lang="es-ES" smtClean="0"/>
              <a:t>9</a:t>
            </a:fld>
            <a:endParaRPr lang="es-ES"/>
          </a:p>
        </p:txBody>
      </p:sp>
    </p:spTree>
    <p:extLst>
      <p:ext uri="{BB962C8B-B14F-4D97-AF65-F5344CB8AC3E}">
        <p14:creationId xmlns:p14="http://schemas.microsoft.com/office/powerpoint/2010/main" val="31275353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10</a:t>
            </a:fld>
            <a:endParaRPr lang="es-ES"/>
          </a:p>
        </p:txBody>
      </p:sp>
    </p:spTree>
    <p:extLst>
      <p:ext uri="{BB962C8B-B14F-4D97-AF65-F5344CB8AC3E}">
        <p14:creationId xmlns:p14="http://schemas.microsoft.com/office/powerpoint/2010/main" val="41160790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2A458-F53A-D0C7-733A-EF1D5F66428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404406B-D0AA-FAEC-F843-88928BB96DB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80570A5-DDEA-7FE7-32E0-4D6CAC29671D}"/>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1A81D8D8-B9AF-FD1F-B17D-0271CD768953}"/>
              </a:ext>
            </a:extLst>
          </p:cNvPr>
          <p:cNvSpPr>
            <a:spLocks noGrp="1"/>
          </p:cNvSpPr>
          <p:nvPr>
            <p:ph type="sldNum" sz="quarter" idx="5"/>
          </p:nvPr>
        </p:nvSpPr>
        <p:spPr/>
        <p:txBody>
          <a:bodyPr/>
          <a:lstStyle/>
          <a:p>
            <a:fld id="{676223B9-C868-4436-87D9-1A3152E1157A}" type="slidenum">
              <a:rPr lang="es-ES" smtClean="0"/>
              <a:t>11</a:t>
            </a:fld>
            <a:endParaRPr lang="es-ES"/>
          </a:p>
        </p:txBody>
      </p:sp>
    </p:spTree>
    <p:extLst>
      <p:ext uri="{BB962C8B-B14F-4D97-AF65-F5344CB8AC3E}">
        <p14:creationId xmlns:p14="http://schemas.microsoft.com/office/powerpoint/2010/main" val="28477016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12</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3B86-D15F-9CD8-C5EA-3EAAD8BACC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73881A-26A5-ECF9-C6F2-3DEFA77AEF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7AFC79-4973-3930-959B-AEF8810CFE6A}"/>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8345D0F3-6273-0338-FCDA-175B73D7C9EB}"/>
              </a:ext>
            </a:extLst>
          </p:cNvPr>
          <p:cNvSpPr>
            <a:spLocks noGrp="1"/>
          </p:cNvSpPr>
          <p:nvPr>
            <p:ph type="sldNum" sz="quarter" idx="5"/>
          </p:nvPr>
        </p:nvSpPr>
        <p:spPr/>
        <p:txBody>
          <a:bodyPr/>
          <a:lstStyle/>
          <a:p>
            <a:fld id="{676223B9-C868-4436-87D9-1A3152E1157A}" type="slidenum">
              <a:rPr lang="es-ES" smtClean="0"/>
              <a:t>14</a:t>
            </a:fld>
            <a:endParaRPr lang="es-ES"/>
          </a:p>
        </p:txBody>
      </p:sp>
    </p:spTree>
    <p:extLst>
      <p:ext uri="{BB962C8B-B14F-4D97-AF65-F5344CB8AC3E}">
        <p14:creationId xmlns:p14="http://schemas.microsoft.com/office/powerpoint/2010/main" val="34331159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220EE-2D59-98A3-6F87-9F7303C4EC1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922720F-65A0-2F8D-C3A1-526F7767E95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ECFEC98-A06B-9F27-76C1-6D20BD113E97}"/>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1F8F4B7F-4812-CA9F-1B76-B263623A3EB6}"/>
              </a:ext>
            </a:extLst>
          </p:cNvPr>
          <p:cNvSpPr>
            <a:spLocks noGrp="1"/>
          </p:cNvSpPr>
          <p:nvPr>
            <p:ph type="sldNum" sz="quarter" idx="5"/>
          </p:nvPr>
        </p:nvSpPr>
        <p:spPr/>
        <p:txBody>
          <a:bodyPr/>
          <a:lstStyle/>
          <a:p>
            <a:fld id="{676223B9-C868-4436-87D9-1A3152E1157A}" type="slidenum">
              <a:rPr lang="es-ES" smtClean="0"/>
              <a:t>15</a:t>
            </a:fld>
            <a:endParaRPr lang="es-ES"/>
          </a:p>
        </p:txBody>
      </p:sp>
    </p:spTree>
    <p:extLst>
      <p:ext uri="{BB962C8B-B14F-4D97-AF65-F5344CB8AC3E}">
        <p14:creationId xmlns:p14="http://schemas.microsoft.com/office/powerpoint/2010/main" val="39398734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2EE431-C9FB-4D90-B577-C66672990B3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74003E8-FD6B-9FBC-5871-35342149A11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3F5C5B0-2F27-6D36-7EDF-B032673EB224}"/>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76E0121C-D1B0-B384-09DF-983F7A2DE3A9}"/>
              </a:ext>
            </a:extLst>
          </p:cNvPr>
          <p:cNvSpPr>
            <a:spLocks noGrp="1"/>
          </p:cNvSpPr>
          <p:nvPr>
            <p:ph type="sldNum" sz="quarter" idx="5"/>
          </p:nvPr>
        </p:nvSpPr>
        <p:spPr/>
        <p:txBody>
          <a:bodyPr/>
          <a:lstStyle/>
          <a:p>
            <a:fld id="{676223B9-C868-4436-87D9-1A3152E1157A}" type="slidenum">
              <a:rPr lang="es-ES" smtClean="0"/>
              <a:t>16</a:t>
            </a:fld>
            <a:endParaRPr lang="es-ES"/>
          </a:p>
        </p:txBody>
      </p:sp>
    </p:spTree>
    <p:extLst>
      <p:ext uri="{BB962C8B-B14F-4D97-AF65-F5344CB8AC3E}">
        <p14:creationId xmlns:p14="http://schemas.microsoft.com/office/powerpoint/2010/main" val="8945524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12144-FCBE-6A8A-A0AE-4B9D57DA8E1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8B7E8D5-CF3D-FB31-A479-FE9B4678B44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E98ECD-779C-B147-FA65-387301E8BDD7}"/>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A4D029A2-BBAC-779C-5358-BB9C7A2A122B}"/>
              </a:ext>
            </a:extLst>
          </p:cNvPr>
          <p:cNvSpPr>
            <a:spLocks noGrp="1"/>
          </p:cNvSpPr>
          <p:nvPr>
            <p:ph type="sldNum" sz="quarter" idx="5"/>
          </p:nvPr>
        </p:nvSpPr>
        <p:spPr/>
        <p:txBody>
          <a:bodyPr/>
          <a:lstStyle/>
          <a:p>
            <a:fld id="{676223B9-C868-4436-87D9-1A3152E1157A}" type="slidenum">
              <a:rPr lang="es-ES" smtClean="0"/>
              <a:t>17</a:t>
            </a:fld>
            <a:endParaRPr lang="es-ES"/>
          </a:p>
        </p:txBody>
      </p:sp>
    </p:spTree>
    <p:extLst>
      <p:ext uri="{BB962C8B-B14F-4D97-AF65-F5344CB8AC3E}">
        <p14:creationId xmlns:p14="http://schemas.microsoft.com/office/powerpoint/2010/main" val="36645198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6B1C6-3682-4180-87C4-06A6C4E8012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AAE3208-A690-FD1F-E94C-D310F334A7E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8F7B85C-6C72-3DDD-289B-E766AA64E93D}"/>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B91AFB1E-8F28-1193-6909-CAB4A27B11F0}"/>
              </a:ext>
            </a:extLst>
          </p:cNvPr>
          <p:cNvSpPr>
            <a:spLocks noGrp="1"/>
          </p:cNvSpPr>
          <p:nvPr>
            <p:ph type="sldNum" sz="quarter" idx="5"/>
          </p:nvPr>
        </p:nvSpPr>
        <p:spPr/>
        <p:txBody>
          <a:bodyPr/>
          <a:lstStyle/>
          <a:p>
            <a:fld id="{676223B9-C868-4436-87D9-1A3152E1157A}" type="slidenum">
              <a:rPr lang="es-ES" smtClean="0"/>
              <a:t>18</a:t>
            </a:fld>
            <a:endParaRPr lang="es-ES"/>
          </a:p>
        </p:txBody>
      </p:sp>
    </p:spTree>
    <p:extLst>
      <p:ext uri="{BB962C8B-B14F-4D97-AF65-F5344CB8AC3E}">
        <p14:creationId xmlns:p14="http://schemas.microsoft.com/office/powerpoint/2010/main" val="28351709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0BA22-DBA9-14F1-E21B-ACB4C6B7F32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316E6B2-214F-F40F-258D-FF87081027D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DB75D3B-42C9-35E9-99BA-0268BA71467A}"/>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1A531B01-1E40-9F79-3CC8-FA6E8156BAFE}"/>
              </a:ext>
            </a:extLst>
          </p:cNvPr>
          <p:cNvSpPr>
            <a:spLocks noGrp="1"/>
          </p:cNvSpPr>
          <p:nvPr>
            <p:ph type="sldNum" sz="quarter" idx="5"/>
          </p:nvPr>
        </p:nvSpPr>
        <p:spPr/>
        <p:txBody>
          <a:bodyPr/>
          <a:lstStyle/>
          <a:p>
            <a:fld id="{676223B9-C868-4436-87D9-1A3152E1157A}" type="slidenum">
              <a:rPr lang="es-ES" smtClean="0"/>
              <a:t>19</a:t>
            </a:fld>
            <a:endParaRPr lang="es-ES"/>
          </a:p>
        </p:txBody>
      </p:sp>
    </p:spTree>
    <p:extLst>
      <p:ext uri="{BB962C8B-B14F-4D97-AF65-F5344CB8AC3E}">
        <p14:creationId xmlns:p14="http://schemas.microsoft.com/office/powerpoint/2010/main" val="7149530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18B0B-1527-F1CE-B7C6-3A4EEEE44FB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D26890C-BFDE-EB57-C86A-5199A0D9621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EEF1C62-7FB2-EC14-4109-CC2B3204CEBD}"/>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388CFB6A-4B50-8F81-53B5-44C94D279BC8}"/>
              </a:ext>
            </a:extLst>
          </p:cNvPr>
          <p:cNvSpPr>
            <a:spLocks noGrp="1"/>
          </p:cNvSpPr>
          <p:nvPr>
            <p:ph type="sldNum" sz="quarter" idx="5"/>
          </p:nvPr>
        </p:nvSpPr>
        <p:spPr/>
        <p:txBody>
          <a:bodyPr/>
          <a:lstStyle/>
          <a:p>
            <a:fld id="{676223B9-C868-4436-87D9-1A3152E1157A}" type="slidenum">
              <a:rPr lang="es-ES" smtClean="0"/>
              <a:t>20</a:t>
            </a:fld>
            <a:endParaRPr lang="es-ES"/>
          </a:p>
        </p:txBody>
      </p:sp>
    </p:spTree>
    <p:extLst>
      <p:ext uri="{BB962C8B-B14F-4D97-AF65-F5344CB8AC3E}">
        <p14:creationId xmlns:p14="http://schemas.microsoft.com/office/powerpoint/2010/main" val="9155608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676223B9-C868-4436-87D9-1A3152E1157A}" type="slidenum">
              <a:rPr lang="es-ES" smtClean="0"/>
              <a:t>21</a:t>
            </a:fld>
            <a:endParaRPr lang="es-ES"/>
          </a:p>
        </p:txBody>
      </p:sp>
    </p:spTree>
    <p:extLst>
      <p:ext uri="{BB962C8B-B14F-4D97-AF65-F5344CB8AC3E}">
        <p14:creationId xmlns:p14="http://schemas.microsoft.com/office/powerpoint/2010/main" val="9422329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9112F-7FB7-4F49-F4F6-C1D0DC6ADBE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190F532-536D-B583-3561-FD0C56234D4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C233B1A-142E-BC7B-FE19-6D22CE4082B2}"/>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685087E6-8FC6-B2E3-2D74-B3C5168F5568}"/>
              </a:ext>
            </a:extLst>
          </p:cNvPr>
          <p:cNvSpPr>
            <a:spLocks noGrp="1"/>
          </p:cNvSpPr>
          <p:nvPr>
            <p:ph type="sldNum" sz="quarter" idx="5"/>
          </p:nvPr>
        </p:nvSpPr>
        <p:spPr/>
        <p:txBody>
          <a:bodyPr/>
          <a:lstStyle/>
          <a:p>
            <a:fld id="{676223B9-C868-4436-87D9-1A3152E1157A}" type="slidenum">
              <a:rPr lang="es-ES" smtClean="0"/>
              <a:t>22</a:t>
            </a:fld>
            <a:endParaRPr lang="es-ES"/>
          </a:p>
        </p:txBody>
      </p:sp>
    </p:spTree>
    <p:extLst>
      <p:ext uri="{BB962C8B-B14F-4D97-AF65-F5344CB8AC3E}">
        <p14:creationId xmlns:p14="http://schemas.microsoft.com/office/powerpoint/2010/main" val="15818590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23</a:t>
            </a:fld>
            <a:endParaRPr lang="es-ES"/>
          </a:p>
        </p:txBody>
      </p:sp>
    </p:spTree>
    <p:extLst>
      <p:ext uri="{BB962C8B-B14F-4D97-AF65-F5344CB8AC3E}">
        <p14:creationId xmlns:p14="http://schemas.microsoft.com/office/powerpoint/2010/main" val="29059530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3BE0A-4FED-FF2A-A29F-A3D3BA9386A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78D4508-C900-33E0-69A9-12D9A5EC8BE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3678FD2-F52A-F464-A6DC-9AE4044DCA67}"/>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A6FF2B29-AFFB-903E-D5AD-4E4E99BA5701}"/>
              </a:ext>
            </a:extLst>
          </p:cNvPr>
          <p:cNvSpPr>
            <a:spLocks noGrp="1"/>
          </p:cNvSpPr>
          <p:nvPr>
            <p:ph type="sldNum" sz="quarter" idx="5"/>
          </p:nvPr>
        </p:nvSpPr>
        <p:spPr/>
        <p:txBody>
          <a:bodyPr/>
          <a:lstStyle/>
          <a:p>
            <a:fld id="{676223B9-C868-4436-87D9-1A3152E1157A}" type="slidenum">
              <a:rPr lang="es-ES" smtClean="0"/>
              <a:t>24</a:t>
            </a:fld>
            <a:endParaRPr lang="es-ES"/>
          </a:p>
        </p:txBody>
      </p:sp>
    </p:spTree>
    <p:extLst>
      <p:ext uri="{BB962C8B-B14F-4D97-AF65-F5344CB8AC3E}">
        <p14:creationId xmlns:p14="http://schemas.microsoft.com/office/powerpoint/2010/main" val="10832986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2.0. COUPLERS</a:t>
            </a:r>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5.svg"/><Relationship Id="rId7"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15.svg"/><Relationship Id="rId7"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60.png"/></Relationships>
</file>

<file path=ppt/slides/_rels/slide1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_rels/slide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25.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6106795" cy="513715"/>
          </a:xfrm>
          <a:prstGeom prst="rect">
            <a:avLst/>
          </a:prstGeom>
        </p:spPr>
        <p:txBody>
          <a:bodyPr vert="horz" wrap="square" lIns="0" tIns="12700" rIns="0" bIns="0" rtlCol="0">
            <a:spAutoFit/>
          </a:bodyPr>
          <a:lstStyle/>
          <a:p>
            <a:pPr marL="12700">
              <a:lnSpc>
                <a:spcPct val="100000"/>
              </a:lnSpc>
              <a:spcBef>
                <a:spcPts val="100"/>
              </a:spcBef>
            </a:pPr>
            <a:r>
              <a:rPr lang="es-ES" sz="3200" b="1" err="1">
                <a:latin typeface="Lucida Sans"/>
                <a:cs typeface="Lucida Sans"/>
              </a:rPr>
              <a:t>Lab</a:t>
            </a:r>
            <a:r>
              <a:rPr lang="es-ES" sz="3200" b="1">
                <a:latin typeface="Lucida Sans"/>
                <a:cs typeface="Lucida Sans"/>
              </a:rPr>
              <a:t> Book 2.0. </a:t>
            </a:r>
            <a:r>
              <a:rPr lang="es-ES" sz="3200" b="1" err="1">
                <a:latin typeface="Lucida Sans"/>
                <a:cs typeface="Lucida Sans"/>
              </a:rPr>
              <a:t>Couplers</a:t>
            </a:r>
            <a:endParaRPr sz="320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err="1">
                <a:latin typeface="Arial"/>
                <a:cs typeface="Arial"/>
              </a:rPr>
              <a:t>Student</a:t>
            </a:r>
            <a:r>
              <a:rPr lang="es-ES" spc="165">
                <a:latin typeface="Arial"/>
                <a:cs typeface="Arial"/>
              </a:rPr>
              <a:t>: Jaime Lloret </a:t>
            </a:r>
            <a:r>
              <a:rPr lang="es-ES" spc="165" err="1">
                <a:latin typeface="Arial"/>
                <a:cs typeface="Arial"/>
              </a:rPr>
              <a:t>Cuñat</a:t>
            </a:r>
            <a:r>
              <a:rPr lang="es-ES" spc="165">
                <a:latin typeface="Arial"/>
                <a:cs typeface="Arial"/>
              </a:rPr>
              <a:t> y Aina Perelló Roselló</a:t>
            </a:r>
            <a:endParaRPr sz="180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err="1">
                <a:latin typeface="+mj-lt"/>
                <a:cs typeface="Lucida Sans"/>
              </a:rPr>
              <a:t>Instructions</a:t>
            </a:r>
            <a:br>
              <a:rPr lang="es-ES" sz="2400" spc="-5">
                <a:latin typeface="+mj-lt"/>
                <a:cs typeface="Lucida Sans"/>
              </a:rPr>
            </a:br>
            <a:r>
              <a:rPr lang="es-ES" b="0" spc="-5">
                <a:latin typeface="+mj-lt"/>
                <a:cs typeface="Lucida Sans"/>
              </a:rPr>
              <a:t>General</a:t>
            </a:r>
            <a:endParaRPr sz="2400" b="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2.0. COUPLERS</a:t>
            </a:r>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a:solidFill>
                  <a:sysClr val="windowText" lastClr="000000"/>
                </a:solidFill>
                <a:sym typeface="Wingdings" pitchFamily="2" charset="2"/>
              </a:rPr>
              <a:t>Fork the repo: https://github.com/cccanvas-upv/cifoin-lab2.git</a:t>
            </a:r>
          </a:p>
          <a:p>
            <a:pPr marL="800100" lvl="1" indent="-342900" algn="just">
              <a:buFont typeface="Arial" panose="020B0604020202020204" pitchFamily="34" charset="0"/>
              <a:buChar char="•"/>
            </a:pPr>
            <a:r>
              <a:rPr lang="en-US" kern="0">
                <a:solidFill>
                  <a:sysClr val="windowText" lastClr="000000"/>
                </a:solidFill>
                <a:sym typeface="Wingdings" pitchFamily="2" charset="2"/>
              </a:rPr>
              <a:t>Clone the repo using </a:t>
            </a:r>
            <a:r>
              <a:rPr lang="en-US" kern="0" err="1">
                <a:solidFill>
                  <a:sysClr val="windowText" lastClr="000000"/>
                </a:solidFill>
                <a:sym typeface="Wingdings" pitchFamily="2" charset="2"/>
              </a:rPr>
              <a:t>VSCode</a:t>
            </a:r>
            <a:endParaRPr lang="en-US" kern="0">
              <a:solidFill>
                <a:sysClr val="windowText" lastClr="000000"/>
              </a:solidFill>
              <a:sym typeface="Wingdings" pitchFamily="2" charset="2"/>
            </a:endParaRPr>
          </a:p>
          <a:p>
            <a:pPr marL="800100" lvl="1" indent="-342900" algn="just">
              <a:buFont typeface="Arial" panose="020B0604020202020204" pitchFamily="34" charset="0"/>
              <a:buChar char="•"/>
            </a:pPr>
            <a:r>
              <a:rPr lang="en-US" kern="0">
                <a:solidFill>
                  <a:sysClr val="windowText" lastClr="000000"/>
                </a:solidFill>
                <a:sym typeface="Wingdings" pitchFamily="2" charset="2"/>
              </a:rPr>
              <a:t>Terminal + ‘</a:t>
            </a:r>
            <a:r>
              <a:rPr lang="en-US" kern="0" err="1">
                <a:solidFill>
                  <a:sysClr val="windowText" lastClr="000000"/>
                </a:solidFill>
                <a:sym typeface="Wingdings" pitchFamily="2" charset="2"/>
              </a:rPr>
              <a:t>uv</a:t>
            </a:r>
            <a:r>
              <a:rPr lang="en-US" kern="0">
                <a:solidFill>
                  <a:sysClr val="windowText" lastClr="000000"/>
                </a:solidFill>
                <a:sym typeface="Wingdings" pitchFamily="2" charset="2"/>
              </a:rPr>
              <a:t> sync’</a:t>
            </a:r>
          </a:p>
          <a:p>
            <a:pPr marL="342900" indent="-342900" algn="just">
              <a:buFont typeface="Arial" panose="020B0604020202020204" pitchFamily="34" charset="0"/>
              <a:buChar char="•"/>
            </a:pPr>
            <a:r>
              <a:rPr lang="en-US" kern="0">
                <a:solidFill>
                  <a:sysClr val="windowText" lastClr="000000"/>
                </a:solidFill>
              </a:rPr>
              <a:t>Run the </a:t>
            </a:r>
            <a:r>
              <a:rPr lang="en-US" kern="0" err="1">
                <a:solidFill>
                  <a:sysClr val="windowText" lastClr="000000"/>
                </a:solidFill>
              </a:rPr>
              <a:t>Jupyter</a:t>
            </a:r>
            <a:r>
              <a:rPr lang="en-US" kern="0">
                <a:solidFill>
                  <a:sysClr val="windowText" lastClr="000000"/>
                </a:solidFill>
              </a:rPr>
              <a:t> Notebook: </a:t>
            </a:r>
          </a:p>
          <a:p>
            <a:pPr marL="800100" lvl="1" indent="-342900" algn="just">
              <a:buFont typeface="Arial" panose="020B0604020202020204" pitchFamily="34" charset="0"/>
              <a:buChar char="•"/>
            </a:pPr>
            <a:r>
              <a:rPr lang="en-US" kern="0" err="1">
                <a:solidFill>
                  <a:sysClr val="windowText" lastClr="000000"/>
                </a:solidFill>
              </a:rPr>
              <a:t>COUPLERS_Student.ipynb</a:t>
            </a:r>
            <a:r>
              <a:rPr lang="en-US" kern="0">
                <a:solidFill>
                  <a:sysClr val="windowText" lastClr="000000"/>
                </a:solidFill>
              </a:rPr>
              <a:t> </a:t>
            </a:r>
          </a:p>
          <a:p>
            <a:pPr algn="just"/>
            <a:endParaRPr lang="en-US" b="1" i="1"/>
          </a:p>
          <a:p>
            <a:pPr algn="just"/>
            <a:r>
              <a:rPr lang="en-US" b="1" i="1"/>
              <a:t>Cross-Sections </a:t>
            </a:r>
            <a:r>
              <a:rPr lang="en-US" i="1"/>
              <a:t>to be studied:</a:t>
            </a:r>
            <a:endParaRPr lang="en-US" b="1" i="1"/>
          </a:p>
          <a:p>
            <a:pPr algn="just"/>
            <a:endParaRPr lang="en-US" sz="2000" b="1" i="1"/>
          </a:p>
          <a:p>
            <a:pPr algn="just"/>
            <a:endParaRPr lang="en-US" sz="2000" kern="0">
              <a:solidFill>
                <a:sysClr val="windowText" lastClr="000000"/>
              </a:solidFill>
            </a:endParaRPr>
          </a:p>
        </p:txBody>
      </p:sp>
      <p:sp>
        <p:nvSpPr>
          <p:cNvPr id="96" name="object 7">
            <a:extLst>
              <a:ext uri="{FF2B5EF4-FFF2-40B4-BE49-F238E27FC236}">
                <a16:creationId xmlns:a16="http://schemas.microsoft.com/office/drawing/2014/main" id="{BB459788-0671-D4BA-B6DB-A3544D24EA92}"/>
              </a:ext>
            </a:extLst>
          </p:cNvPr>
          <p:cNvSpPr/>
          <p:nvPr/>
        </p:nvSpPr>
        <p:spPr>
          <a:xfrm>
            <a:off x="1241591" y="3685362"/>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a:p>
        </p:txBody>
      </p:sp>
      <p:sp>
        <p:nvSpPr>
          <p:cNvPr id="97" name="object 62">
            <a:extLst>
              <a:ext uri="{FF2B5EF4-FFF2-40B4-BE49-F238E27FC236}">
                <a16:creationId xmlns:a16="http://schemas.microsoft.com/office/drawing/2014/main" id="{13E0425E-CEDF-CBC4-B34B-0CC3951920EA}"/>
              </a:ext>
            </a:extLst>
          </p:cNvPr>
          <p:cNvSpPr/>
          <p:nvPr/>
        </p:nvSpPr>
        <p:spPr>
          <a:xfrm>
            <a:off x="1795778" y="4331380"/>
            <a:ext cx="67949" cy="610424"/>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98" name="object 63">
            <a:extLst>
              <a:ext uri="{FF2B5EF4-FFF2-40B4-BE49-F238E27FC236}">
                <a16:creationId xmlns:a16="http://schemas.microsoft.com/office/drawing/2014/main" id="{FDE45797-C0E3-ACE0-F66B-057BDEDB9070}"/>
              </a:ext>
            </a:extLst>
          </p:cNvPr>
          <p:cNvSpPr txBox="1"/>
          <p:nvPr/>
        </p:nvSpPr>
        <p:spPr>
          <a:xfrm>
            <a:off x="1229760" y="4389164"/>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a:latin typeface="Calibri"/>
                <a:cs typeface="Calibri"/>
              </a:rPr>
              <a:t>h</a:t>
            </a:r>
          </a:p>
          <a:p>
            <a:pPr marR="5080" algn="ctr">
              <a:lnSpc>
                <a:spcPct val="100000"/>
              </a:lnSpc>
              <a:spcBef>
                <a:spcPts val="5"/>
              </a:spcBef>
            </a:pPr>
            <a:r>
              <a:rPr sz="1400" spc="-10">
                <a:latin typeface="Calibri"/>
                <a:cs typeface="Calibri"/>
              </a:rPr>
              <a:t>(h</a:t>
            </a:r>
            <a:r>
              <a:rPr sz="1400">
                <a:latin typeface="Calibri"/>
                <a:cs typeface="Calibri"/>
              </a:rPr>
              <a:t>eig</a:t>
            </a:r>
            <a:r>
              <a:rPr sz="1400" spc="-25">
                <a:latin typeface="Calibri"/>
                <a:cs typeface="Calibri"/>
              </a:rPr>
              <a:t>h</a:t>
            </a:r>
            <a:r>
              <a:rPr sz="1400" spc="-5">
                <a:latin typeface="Calibri"/>
                <a:cs typeface="Calibri"/>
              </a:rPr>
              <a:t>t</a:t>
            </a:r>
            <a:r>
              <a:rPr sz="1400">
                <a:latin typeface="Calibri"/>
                <a:cs typeface="Calibri"/>
              </a:rPr>
              <a:t>)</a:t>
            </a:r>
          </a:p>
        </p:txBody>
      </p:sp>
      <p:sp>
        <p:nvSpPr>
          <p:cNvPr id="99" name="object 64">
            <a:extLst>
              <a:ext uri="{FF2B5EF4-FFF2-40B4-BE49-F238E27FC236}">
                <a16:creationId xmlns:a16="http://schemas.microsoft.com/office/drawing/2014/main" id="{ABAAA5DD-56CA-BF94-2180-F0866658B6B3}"/>
              </a:ext>
            </a:extLst>
          </p:cNvPr>
          <p:cNvSpPr/>
          <p:nvPr/>
        </p:nvSpPr>
        <p:spPr>
          <a:xfrm>
            <a:off x="1948179" y="4155787"/>
            <a:ext cx="914400" cy="89266"/>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0" name="object 65">
            <a:extLst>
              <a:ext uri="{FF2B5EF4-FFF2-40B4-BE49-F238E27FC236}">
                <a16:creationId xmlns:a16="http://schemas.microsoft.com/office/drawing/2014/main" id="{A1EF013C-5123-D9A7-DC76-FEFD731E96E2}"/>
              </a:ext>
            </a:extLst>
          </p:cNvPr>
          <p:cNvSpPr txBox="1"/>
          <p:nvPr/>
        </p:nvSpPr>
        <p:spPr>
          <a:xfrm>
            <a:off x="2073955" y="3856694"/>
            <a:ext cx="733425" cy="228909"/>
          </a:xfrm>
          <a:prstGeom prst="rect">
            <a:avLst/>
          </a:prstGeom>
        </p:spPr>
        <p:txBody>
          <a:bodyPr vert="horz" wrap="square" lIns="0" tIns="13335" rIns="0" bIns="0" rtlCol="0">
            <a:spAutoFit/>
          </a:bodyPr>
          <a:lstStyle/>
          <a:p>
            <a:pPr>
              <a:lnSpc>
                <a:spcPct val="100000"/>
              </a:lnSpc>
              <a:spcBef>
                <a:spcPts val="105"/>
              </a:spcBef>
            </a:pPr>
            <a:r>
              <a:rPr lang="es-ES" sz="1400" spc="5">
                <a:latin typeface="Calibri"/>
                <a:cs typeface="Calibri"/>
              </a:rPr>
              <a:t>w</a:t>
            </a:r>
            <a:r>
              <a:rPr sz="1400" spc="-65">
                <a:latin typeface="Calibri"/>
                <a:cs typeface="Calibri"/>
              </a:rPr>
              <a:t> </a:t>
            </a:r>
            <a:r>
              <a:rPr sz="1400" spc="-5">
                <a:latin typeface="Calibri"/>
                <a:cs typeface="Calibri"/>
              </a:rPr>
              <a:t>(width)</a:t>
            </a:r>
            <a:endParaRPr sz="1400">
              <a:latin typeface="Calibri"/>
              <a:cs typeface="Calibri"/>
            </a:endParaRPr>
          </a:p>
        </p:txBody>
      </p:sp>
      <p:sp>
        <p:nvSpPr>
          <p:cNvPr id="101" name="object 73">
            <a:extLst>
              <a:ext uri="{FF2B5EF4-FFF2-40B4-BE49-F238E27FC236}">
                <a16:creationId xmlns:a16="http://schemas.microsoft.com/office/drawing/2014/main" id="{4C5C0871-D9B5-E642-7661-FFBCAD75720B}"/>
              </a:ext>
            </a:extLst>
          </p:cNvPr>
          <p:cNvSpPr txBox="1"/>
          <p:nvPr/>
        </p:nvSpPr>
        <p:spPr>
          <a:xfrm>
            <a:off x="3523559" y="4331380"/>
            <a:ext cx="9849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a:latin typeface="Times New Roman"/>
              <a:cs typeface="Times New Roman"/>
            </a:endParaRPr>
          </a:p>
          <a:p>
            <a:pPr marL="18415" algn="ctr">
              <a:lnSpc>
                <a:spcPct val="100000"/>
              </a:lnSpc>
            </a:pPr>
            <a:r>
              <a:rPr sz="1600" b="1" spc="-10">
                <a:latin typeface="Calibri"/>
                <a:cs typeface="Calibri"/>
              </a:rPr>
              <a:t>Core</a:t>
            </a:r>
            <a:endParaRPr sz="1600">
              <a:latin typeface="Calibri"/>
              <a:cs typeface="Calibri"/>
            </a:endParaRPr>
          </a:p>
        </p:txBody>
      </p:sp>
      <p:sp>
        <p:nvSpPr>
          <p:cNvPr id="102" name="object 74">
            <a:extLst>
              <a:ext uri="{FF2B5EF4-FFF2-40B4-BE49-F238E27FC236}">
                <a16:creationId xmlns:a16="http://schemas.microsoft.com/office/drawing/2014/main" id="{10CC4DBA-05F4-4CDC-BA0E-6200AF622CA9}"/>
              </a:ext>
            </a:extLst>
          </p:cNvPr>
          <p:cNvSpPr txBox="1"/>
          <p:nvPr/>
        </p:nvSpPr>
        <p:spPr>
          <a:xfrm>
            <a:off x="4421819" y="5309818"/>
            <a:ext cx="741045" cy="269240"/>
          </a:xfrm>
          <a:prstGeom prst="rect">
            <a:avLst/>
          </a:prstGeom>
        </p:spPr>
        <p:txBody>
          <a:bodyPr vert="horz" wrap="square" lIns="0" tIns="12065" rIns="0" bIns="0" rtlCol="0">
            <a:spAutoFit/>
          </a:bodyPr>
          <a:lstStyle/>
          <a:p>
            <a:pPr>
              <a:lnSpc>
                <a:spcPct val="100000"/>
              </a:lnSpc>
              <a:spcBef>
                <a:spcPts val="95"/>
              </a:spcBef>
            </a:pPr>
            <a:r>
              <a:rPr sz="1600" b="1" spc="-10">
                <a:latin typeface="Calibri"/>
                <a:cs typeface="Calibri"/>
              </a:rPr>
              <a:t>Cladding</a:t>
            </a:r>
            <a:endParaRPr sz="1600">
              <a:latin typeface="Calibri"/>
              <a:cs typeface="Calibri"/>
            </a:endParaRPr>
          </a:p>
        </p:txBody>
      </p:sp>
      <p:sp>
        <p:nvSpPr>
          <p:cNvPr id="111" name="object 7">
            <a:extLst>
              <a:ext uri="{FF2B5EF4-FFF2-40B4-BE49-F238E27FC236}">
                <a16:creationId xmlns:a16="http://schemas.microsoft.com/office/drawing/2014/main" id="{06801468-6F27-A16A-64E3-D7AD4B6B6B96}"/>
              </a:ext>
            </a:extLst>
          </p:cNvPr>
          <p:cNvSpPr/>
          <p:nvPr/>
        </p:nvSpPr>
        <p:spPr>
          <a:xfrm>
            <a:off x="7239000" y="3685362"/>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a:p>
        </p:txBody>
      </p:sp>
      <p:sp>
        <p:nvSpPr>
          <p:cNvPr id="114" name="object 64">
            <a:extLst>
              <a:ext uri="{FF2B5EF4-FFF2-40B4-BE49-F238E27FC236}">
                <a16:creationId xmlns:a16="http://schemas.microsoft.com/office/drawing/2014/main" id="{D9E5D738-CA47-1898-E0D8-DFBC514F5A50}"/>
              </a:ext>
            </a:extLst>
          </p:cNvPr>
          <p:cNvSpPr/>
          <p:nvPr/>
        </p:nvSpPr>
        <p:spPr>
          <a:xfrm>
            <a:off x="7663179" y="4163346"/>
            <a:ext cx="3165333" cy="48374"/>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15" name="object 65">
            <a:extLst>
              <a:ext uri="{FF2B5EF4-FFF2-40B4-BE49-F238E27FC236}">
                <a16:creationId xmlns:a16="http://schemas.microsoft.com/office/drawing/2014/main" id="{74A4CAE1-BC33-1BCD-6F24-54F1DFA8AEDB}"/>
              </a:ext>
            </a:extLst>
          </p:cNvPr>
          <p:cNvSpPr txBox="1"/>
          <p:nvPr/>
        </p:nvSpPr>
        <p:spPr>
          <a:xfrm>
            <a:off x="8910954" y="3926878"/>
            <a:ext cx="733425" cy="228909"/>
          </a:xfrm>
          <a:prstGeom prst="rect">
            <a:avLst/>
          </a:prstGeom>
        </p:spPr>
        <p:txBody>
          <a:bodyPr vert="horz" wrap="square" lIns="0" tIns="13335" rIns="0" bIns="0" rtlCol="0">
            <a:spAutoFit/>
          </a:bodyPr>
          <a:lstStyle/>
          <a:p>
            <a:pPr>
              <a:lnSpc>
                <a:spcPct val="100000"/>
              </a:lnSpc>
              <a:spcBef>
                <a:spcPts val="105"/>
              </a:spcBef>
            </a:pPr>
            <a:r>
              <a:rPr lang="es-ES" sz="1400" spc="5">
                <a:latin typeface="Calibri"/>
                <a:cs typeface="Calibri"/>
              </a:rPr>
              <a:t>w</a:t>
            </a:r>
            <a:r>
              <a:rPr sz="1400" spc="-65">
                <a:latin typeface="Calibri"/>
                <a:cs typeface="Calibri"/>
              </a:rPr>
              <a:t> </a:t>
            </a:r>
            <a:r>
              <a:rPr sz="1400" spc="-5">
                <a:latin typeface="Calibri"/>
                <a:cs typeface="Calibri"/>
              </a:rPr>
              <a:t>(width)</a:t>
            </a:r>
            <a:endParaRPr sz="1400">
              <a:latin typeface="Calibri"/>
              <a:cs typeface="Calibri"/>
            </a:endParaRPr>
          </a:p>
        </p:txBody>
      </p:sp>
      <p:sp>
        <p:nvSpPr>
          <p:cNvPr id="116" name="object 73">
            <a:extLst>
              <a:ext uri="{FF2B5EF4-FFF2-40B4-BE49-F238E27FC236}">
                <a16:creationId xmlns:a16="http://schemas.microsoft.com/office/drawing/2014/main" id="{CC9D2269-0CA8-143F-4E45-F3AF594A2ED3}"/>
              </a:ext>
            </a:extLst>
          </p:cNvPr>
          <p:cNvSpPr txBox="1"/>
          <p:nvPr/>
        </p:nvSpPr>
        <p:spPr>
          <a:xfrm>
            <a:off x="7663179" y="4325314"/>
            <a:ext cx="3165333"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a:latin typeface="Times New Roman"/>
              <a:cs typeface="Times New Roman"/>
            </a:endParaRPr>
          </a:p>
          <a:p>
            <a:pPr marL="18415" algn="ctr">
              <a:lnSpc>
                <a:spcPct val="100000"/>
              </a:lnSpc>
            </a:pPr>
            <a:r>
              <a:rPr lang="es-ES" sz="1600" b="1" spc="-10">
                <a:latin typeface="Calibri"/>
                <a:cs typeface="Calibri"/>
              </a:rPr>
              <a:t>MMI </a:t>
            </a:r>
            <a:r>
              <a:rPr lang="es-ES" sz="1600" b="1" spc="-10" err="1">
                <a:latin typeface="Calibri"/>
                <a:cs typeface="Calibri"/>
              </a:rPr>
              <a:t>Body</a:t>
            </a:r>
            <a:endParaRPr sz="1600">
              <a:latin typeface="Calibri"/>
              <a:cs typeface="Calibri"/>
            </a:endParaRPr>
          </a:p>
        </p:txBody>
      </p:sp>
      <p:sp>
        <p:nvSpPr>
          <p:cNvPr id="117" name="object 74">
            <a:extLst>
              <a:ext uri="{FF2B5EF4-FFF2-40B4-BE49-F238E27FC236}">
                <a16:creationId xmlns:a16="http://schemas.microsoft.com/office/drawing/2014/main" id="{8A3332FF-25D4-1955-323F-BBD1D30324AC}"/>
              </a:ext>
            </a:extLst>
          </p:cNvPr>
          <p:cNvSpPr txBox="1"/>
          <p:nvPr/>
        </p:nvSpPr>
        <p:spPr>
          <a:xfrm>
            <a:off x="7284458" y="5303772"/>
            <a:ext cx="741045" cy="269240"/>
          </a:xfrm>
          <a:prstGeom prst="rect">
            <a:avLst/>
          </a:prstGeom>
        </p:spPr>
        <p:txBody>
          <a:bodyPr vert="horz" wrap="square" lIns="0" tIns="12065" rIns="0" bIns="0" rtlCol="0">
            <a:spAutoFit/>
          </a:bodyPr>
          <a:lstStyle/>
          <a:p>
            <a:pPr>
              <a:lnSpc>
                <a:spcPct val="100000"/>
              </a:lnSpc>
              <a:spcBef>
                <a:spcPts val="95"/>
              </a:spcBef>
            </a:pPr>
            <a:r>
              <a:rPr sz="1600" b="1" spc="-10">
                <a:latin typeface="Calibri"/>
                <a:cs typeface="Calibri"/>
              </a:rPr>
              <a:t>Cladding</a:t>
            </a:r>
            <a:endParaRPr sz="1600">
              <a:latin typeface="Calibri"/>
              <a:cs typeface="Calibri"/>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7377675" y="5580458"/>
            <a:ext cx="3954288" cy="369332"/>
          </a:xfrm>
          <a:prstGeom prst="rect">
            <a:avLst/>
          </a:prstGeom>
          <a:noFill/>
        </p:spPr>
        <p:txBody>
          <a:bodyPr wrap="none" rtlCol="0">
            <a:spAutoFit/>
          </a:bodyPr>
          <a:lstStyle/>
          <a:p>
            <a:pPr algn="r"/>
            <a:r>
              <a:rPr lang="en-US" b="1"/>
              <a:t>Multimode Interference (MMI) </a:t>
            </a:r>
            <a:r>
              <a:rPr lang="en-US"/>
              <a:t>coupler</a:t>
            </a:r>
            <a:r>
              <a:rPr lang="en-US" b="1"/>
              <a:t> </a:t>
            </a:r>
            <a:endParaRPr lang="en-US"/>
          </a:p>
        </p:txBody>
      </p:sp>
      <p:sp>
        <p:nvSpPr>
          <p:cNvPr id="8" name="CuadroTexto 7">
            <a:extLst>
              <a:ext uri="{FF2B5EF4-FFF2-40B4-BE49-F238E27FC236}">
                <a16:creationId xmlns:a16="http://schemas.microsoft.com/office/drawing/2014/main" id="{7336B5D8-2D70-3E7A-336D-AF55EC49DEB8}"/>
              </a:ext>
            </a:extLst>
          </p:cNvPr>
          <p:cNvSpPr txBox="1"/>
          <p:nvPr/>
        </p:nvSpPr>
        <p:spPr>
          <a:xfrm>
            <a:off x="1168826" y="5579058"/>
            <a:ext cx="2743199" cy="369332"/>
          </a:xfrm>
          <a:prstGeom prst="rect">
            <a:avLst/>
          </a:prstGeom>
          <a:noFill/>
        </p:spPr>
        <p:txBody>
          <a:bodyPr wrap="square">
            <a:spAutoFit/>
          </a:bodyPr>
          <a:lstStyle/>
          <a:p>
            <a:r>
              <a:rPr lang="en-US" b="1"/>
              <a:t>Directional </a:t>
            </a:r>
            <a:r>
              <a:rPr lang="en-US"/>
              <a:t>coupler (DC)</a:t>
            </a:r>
          </a:p>
        </p:txBody>
      </p:sp>
      <p:sp>
        <p:nvSpPr>
          <p:cNvPr id="7" name="object 73">
            <a:extLst>
              <a:ext uri="{FF2B5EF4-FFF2-40B4-BE49-F238E27FC236}">
                <a16:creationId xmlns:a16="http://schemas.microsoft.com/office/drawing/2014/main" id="{9404A65A-9F07-371B-17B4-56EE1381567B}"/>
              </a:ext>
            </a:extLst>
          </p:cNvPr>
          <p:cNvSpPr txBox="1"/>
          <p:nvPr/>
        </p:nvSpPr>
        <p:spPr>
          <a:xfrm>
            <a:off x="1948179" y="4331380"/>
            <a:ext cx="9849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a:latin typeface="Times New Roman"/>
              <a:cs typeface="Times New Roman"/>
            </a:endParaRPr>
          </a:p>
          <a:p>
            <a:pPr marL="18415" algn="ctr">
              <a:lnSpc>
                <a:spcPct val="100000"/>
              </a:lnSpc>
            </a:pPr>
            <a:r>
              <a:rPr sz="1600" b="1" spc="-10">
                <a:latin typeface="Calibri"/>
                <a:cs typeface="Calibri"/>
              </a:rPr>
              <a:t>Core</a:t>
            </a:r>
            <a:endParaRPr sz="1600">
              <a:latin typeface="Calibri"/>
              <a:cs typeface="Calibri"/>
            </a:endParaRPr>
          </a:p>
        </p:txBody>
      </p:sp>
      <p:sp>
        <p:nvSpPr>
          <p:cNvPr id="9" name="object 64">
            <a:extLst>
              <a:ext uri="{FF2B5EF4-FFF2-40B4-BE49-F238E27FC236}">
                <a16:creationId xmlns:a16="http://schemas.microsoft.com/office/drawing/2014/main" id="{B06C28EB-4BF4-A40B-513B-ACC7E468CDC3}"/>
              </a:ext>
            </a:extLst>
          </p:cNvPr>
          <p:cNvSpPr/>
          <p:nvPr/>
        </p:nvSpPr>
        <p:spPr>
          <a:xfrm flipV="1">
            <a:off x="2911079" y="5067632"/>
            <a:ext cx="590401" cy="45719"/>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 name="object 63">
            <a:extLst>
              <a:ext uri="{FF2B5EF4-FFF2-40B4-BE49-F238E27FC236}">
                <a16:creationId xmlns:a16="http://schemas.microsoft.com/office/drawing/2014/main" id="{4601CBDA-CF6C-DA98-1398-C31497498862}"/>
              </a:ext>
            </a:extLst>
          </p:cNvPr>
          <p:cNvSpPr txBox="1"/>
          <p:nvPr/>
        </p:nvSpPr>
        <p:spPr>
          <a:xfrm>
            <a:off x="2939643" y="5090491"/>
            <a:ext cx="577850" cy="454025"/>
          </a:xfrm>
          <a:prstGeom prst="rect">
            <a:avLst/>
          </a:prstGeom>
        </p:spPr>
        <p:txBody>
          <a:bodyPr vert="horz" wrap="square" lIns="0" tIns="13335" rIns="0" bIns="0" rtlCol="0">
            <a:spAutoFit/>
          </a:bodyPr>
          <a:lstStyle/>
          <a:p>
            <a:pPr marR="3175" algn="ctr">
              <a:lnSpc>
                <a:spcPct val="100000"/>
              </a:lnSpc>
              <a:spcBef>
                <a:spcPts val="105"/>
              </a:spcBef>
            </a:pPr>
            <a:r>
              <a:rPr lang="es-ES" sz="1400">
                <a:latin typeface="Calibri"/>
                <a:cs typeface="Calibri"/>
              </a:rPr>
              <a:t>g</a:t>
            </a:r>
            <a:endParaRPr sz="1400">
              <a:latin typeface="Calibri"/>
              <a:cs typeface="Calibri"/>
            </a:endParaRPr>
          </a:p>
          <a:p>
            <a:pPr marR="5080" algn="ctr">
              <a:lnSpc>
                <a:spcPct val="100000"/>
              </a:lnSpc>
              <a:spcBef>
                <a:spcPts val="5"/>
              </a:spcBef>
            </a:pPr>
            <a:r>
              <a:rPr sz="1400" spc="-10">
                <a:latin typeface="Calibri"/>
                <a:cs typeface="Calibri"/>
              </a:rPr>
              <a:t>(</a:t>
            </a:r>
            <a:r>
              <a:rPr lang="es-ES" sz="1400" spc="-10">
                <a:latin typeface="Calibri"/>
                <a:cs typeface="Calibri"/>
              </a:rPr>
              <a:t>gap</a:t>
            </a:r>
            <a:r>
              <a:rPr sz="1400">
                <a:latin typeface="Calibri"/>
                <a:cs typeface="Calibri"/>
              </a:rPr>
              <a:t>)</a:t>
            </a:r>
          </a:p>
        </p:txBody>
      </p:sp>
      <p:sp>
        <p:nvSpPr>
          <p:cNvPr id="11" name="object 62">
            <a:extLst>
              <a:ext uri="{FF2B5EF4-FFF2-40B4-BE49-F238E27FC236}">
                <a16:creationId xmlns:a16="http://schemas.microsoft.com/office/drawing/2014/main" id="{F1DAA8E2-74AD-BD39-C248-2324458F6D54}"/>
              </a:ext>
            </a:extLst>
          </p:cNvPr>
          <p:cNvSpPr/>
          <p:nvPr/>
        </p:nvSpPr>
        <p:spPr>
          <a:xfrm>
            <a:off x="7448782" y="4331380"/>
            <a:ext cx="67949" cy="610424"/>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2" name="object 63">
            <a:extLst>
              <a:ext uri="{FF2B5EF4-FFF2-40B4-BE49-F238E27FC236}">
                <a16:creationId xmlns:a16="http://schemas.microsoft.com/office/drawing/2014/main" id="{FCE9BE8C-E2F4-7CBE-236B-A2E5451F5C01}"/>
              </a:ext>
            </a:extLst>
          </p:cNvPr>
          <p:cNvSpPr txBox="1"/>
          <p:nvPr/>
        </p:nvSpPr>
        <p:spPr>
          <a:xfrm>
            <a:off x="6882764" y="4389164"/>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a:latin typeface="Calibri"/>
                <a:cs typeface="Calibri"/>
              </a:rPr>
              <a:t>h</a:t>
            </a:r>
          </a:p>
          <a:p>
            <a:pPr marR="5080" algn="ctr">
              <a:lnSpc>
                <a:spcPct val="100000"/>
              </a:lnSpc>
              <a:spcBef>
                <a:spcPts val="5"/>
              </a:spcBef>
            </a:pPr>
            <a:r>
              <a:rPr sz="1400" spc="-10">
                <a:latin typeface="Calibri"/>
                <a:cs typeface="Calibri"/>
              </a:rPr>
              <a:t>(h</a:t>
            </a:r>
            <a:r>
              <a:rPr sz="1400">
                <a:latin typeface="Calibri"/>
                <a:cs typeface="Calibri"/>
              </a:rPr>
              <a:t>eig</a:t>
            </a:r>
            <a:r>
              <a:rPr sz="1400" spc="-25">
                <a:latin typeface="Calibri"/>
                <a:cs typeface="Calibri"/>
              </a:rPr>
              <a:t>h</a:t>
            </a:r>
            <a:r>
              <a:rPr sz="1400" spc="-5">
                <a:latin typeface="Calibri"/>
                <a:cs typeface="Calibri"/>
              </a:rPr>
              <a:t>t</a:t>
            </a:r>
            <a:r>
              <a:rPr sz="1400">
                <a:latin typeface="Calibri"/>
                <a:cs typeface="Calibri"/>
              </a:rPr>
              <a:t>)</a:t>
            </a:r>
          </a:p>
        </p:txBody>
      </p:sp>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1F74687F-7302-3F32-F9D1-0566D05F33AE}"/>
              </a:ext>
            </a:extLst>
          </p:cNvPr>
          <p:cNvSpPr>
            <a:spLocks noGrp="1"/>
          </p:cNvSpPr>
          <p:nvPr>
            <p:ph type="ftr" sz="quarter" idx="5"/>
          </p:nvPr>
        </p:nvSpPr>
        <p:spPr/>
        <p:txBody>
          <a:bodyPr/>
          <a:lstStyle/>
          <a:p>
            <a:pPr marL="12700">
              <a:spcBef>
                <a:spcPts val="15"/>
              </a:spcBef>
            </a:pPr>
            <a:r>
              <a:rPr lang="es-ES" spc="-5"/>
              <a:t>LAB 2.0. COUPLERS</a:t>
            </a:r>
          </a:p>
        </p:txBody>
      </p:sp>
      <p:sp>
        <p:nvSpPr>
          <p:cNvPr id="5" name="Marcador de número de diapositiva 4">
            <a:extLst>
              <a:ext uri="{FF2B5EF4-FFF2-40B4-BE49-F238E27FC236}">
                <a16:creationId xmlns:a16="http://schemas.microsoft.com/office/drawing/2014/main" id="{78335A49-ACE2-C055-50CA-8DD755D2E76D}"/>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6" name="Título 4">
            <a:extLst>
              <a:ext uri="{FF2B5EF4-FFF2-40B4-BE49-F238E27FC236}">
                <a16:creationId xmlns:a16="http://schemas.microsoft.com/office/drawing/2014/main" id="{AF6692CA-D0D0-2BAF-E673-933E02AE2BB8}"/>
              </a:ext>
            </a:extLst>
          </p:cNvPr>
          <p:cNvSpPr>
            <a:spLocks noGrp="1"/>
          </p:cNvSpPr>
          <p:nvPr>
            <p:ph type="body" idx="1"/>
          </p:nvPr>
        </p:nvSpPr>
        <p:spPr>
          <a:xfrm>
            <a:off x="609600" y="2152650"/>
            <a:ext cx="10972800" cy="430887"/>
          </a:xfrm>
        </p:spPr>
        <p:txBody>
          <a:bodyPr/>
          <a:lstStyle/>
          <a:p>
            <a:pPr algn="ctr"/>
            <a:r>
              <a:rPr lang="en-US" sz="2800" b="1">
                <a:effectLst>
                  <a:outerShdw blurRad="38100" dist="38100" dir="2700000" algn="tl">
                    <a:srgbClr val="000000">
                      <a:alpha val="43137"/>
                    </a:srgbClr>
                  </a:outerShdw>
                </a:effectLst>
              </a:rPr>
              <a:t>Directional coupler</a:t>
            </a:r>
          </a:p>
        </p:txBody>
      </p:sp>
    </p:spTree>
    <p:extLst>
      <p:ext uri="{BB962C8B-B14F-4D97-AF65-F5344CB8AC3E}">
        <p14:creationId xmlns:p14="http://schemas.microsoft.com/office/powerpoint/2010/main" val="16400195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a:t>Learning outcome #1 – Directional coupler cross-section in </a:t>
            </a:r>
            <a:r>
              <a:rPr lang="en-US" sz="2500" err="1"/>
              <a:t>GDSFactory</a:t>
            </a:r>
            <a:br>
              <a:rPr lang="es-ES" sz="2500" spc="-5">
                <a:latin typeface="+mj-lt"/>
                <a:cs typeface="Lucida Sans"/>
              </a:rPr>
            </a:br>
            <a:endParaRPr sz="2500" b="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2.0. COUPLERS</a:t>
            </a:r>
          </a:p>
        </p:txBody>
      </p:sp>
      <mc:AlternateContent xmlns:mc="http://schemas.openxmlformats.org/markup-compatibility/2006" xmlns:a14="http://schemas.microsoft.com/office/drawing/2010/main">
        <mc:Choice Requires="a14">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a:t>INSTRUCTOR:</a:t>
                </a:r>
              </a:p>
              <a:p>
                <a:pPr marL="342900" indent="-342900" algn="just">
                  <a:buFont typeface="Arial" panose="020B0604020202020204" pitchFamily="34" charset="0"/>
                  <a:buChar char="•"/>
                </a:pPr>
                <a:r>
                  <a:rPr lang="en-US" sz="2000"/>
                  <a:t>Present Python and </a:t>
                </a:r>
                <a:r>
                  <a:rPr lang="en-US" sz="2000" err="1"/>
                  <a:t>GDSFactory</a:t>
                </a:r>
                <a:r>
                  <a:rPr lang="en-US" sz="2000"/>
                  <a:t> implementation of DC cross-section</a:t>
                </a:r>
              </a:p>
              <a:p>
                <a:pPr marL="342900" indent="-342900" algn="just">
                  <a:buFont typeface="Arial" panose="020B0604020202020204" pitchFamily="34" charset="0"/>
                  <a:buChar char="•"/>
                </a:pPr>
                <a:r>
                  <a:rPr lang="en-US" sz="2000"/>
                  <a:t>Describe how to obtain the beating length </a:t>
                </a:r>
                <a14:m>
                  <m:oMath xmlns:m="http://schemas.openxmlformats.org/officeDocument/2006/math">
                    <m:sSub>
                      <m:sSubPr>
                        <m:ctrlPr>
                          <a:rPr lang="es-ES" sz="2000" b="0" i="1" smtClean="0">
                            <a:latin typeface="Cambria Math" panose="02040503050406030204" pitchFamily="18" charset="0"/>
                          </a:rPr>
                        </m:ctrlPr>
                      </m:sSubPr>
                      <m:e>
                        <m:r>
                          <a:rPr lang="es-ES" sz="2000" b="0" i="1" smtClean="0">
                            <a:latin typeface="Cambria Math" panose="02040503050406030204" pitchFamily="18" charset="0"/>
                          </a:rPr>
                          <m:t>𝐿</m:t>
                        </m:r>
                      </m:e>
                      <m:sub>
                        <m:r>
                          <a:rPr lang="es-ES" sz="2000" b="0" i="1" smtClean="0">
                            <a:latin typeface="Cambria Math" panose="02040503050406030204" pitchFamily="18" charset="0"/>
                          </a:rPr>
                          <m:t>𝜋</m:t>
                        </m:r>
                      </m:sub>
                    </m:sSub>
                  </m:oMath>
                </a14:m>
                <a:endParaRPr lang="en-US" sz="2000"/>
              </a:p>
              <a:p>
                <a:pPr marL="342900" indent="-342900" algn="just">
                  <a:buFont typeface="Arial" panose="020B0604020202020204" pitchFamily="34" charset="0"/>
                  <a:buChar char="•"/>
                </a:pPr>
                <a:r>
                  <a:rPr lang="en-US" sz="2000"/>
                  <a:t>Describe the outputs.</a:t>
                </a:r>
              </a:p>
              <a:p>
                <a:pPr marL="0" indent="0" algn="just">
                  <a:buNone/>
                </a:pPr>
                <a:r>
                  <a:rPr lang="en-US" sz="2000" b="1"/>
                  <a:t>ALL EXAMPLE #1: </a:t>
                </a:r>
                <a:r>
                  <a:rPr lang="en-US" sz="2000"/>
                  <a:t>waveguide width 1.2 µm, gap between waveguides 0.6 µm, deep </a:t>
                </a:r>
                <a:r>
                  <a:rPr lang="en-US" sz="2000" err="1"/>
                  <a:t>wvg</a:t>
                </a:r>
                <a:r>
                  <a:rPr lang="en-US" sz="2000"/>
                  <a:t>, wavelength start and end same 1.55 µm </a:t>
                </a:r>
                <a:r>
                  <a:rPr lang="en-US" sz="2000">
                    <a:sym typeface="Wingdings" pitchFamily="2" charset="2"/>
                  </a:rPr>
                  <a:t> all ”Run”</a:t>
                </a:r>
                <a:endParaRPr lang="en-US" sz="2000"/>
              </a:p>
              <a:p>
                <a:pPr marL="0" indent="0" algn="just">
                  <a:buNone/>
                </a:pPr>
                <a:r>
                  <a:rPr lang="en-US" sz="2000" b="1"/>
                  <a:t>ALL: </a:t>
                </a:r>
                <a:r>
                  <a:rPr lang="en-US" sz="2000"/>
                  <a:t>Follow</a:t>
                </a:r>
                <a:r>
                  <a:rPr lang="en-US" sz="2000" b="1"/>
                  <a:t> </a:t>
                </a:r>
                <a:r>
                  <a:rPr lang="en-US" sz="2000"/>
                  <a:t>instructor, that will show how to 1) plot mode, 2) explore the results (neff …)</a:t>
                </a:r>
              </a:p>
              <a:p>
                <a:pPr algn="just"/>
                <a:endParaRPr lang="en-US" sz="2000" b="1" i="1"/>
              </a:p>
              <a:p>
                <a:pPr algn="just"/>
                <a:endParaRPr lang="en-US" sz="2000" kern="0">
                  <a:solidFill>
                    <a:sysClr val="windowText" lastClr="000000"/>
                  </a:solidFill>
                </a:endParaRPr>
              </a:p>
            </p:txBody>
          </p:sp>
        </mc:Choice>
        <mc:Fallback xmlns="">
          <p:sp>
            <p:nvSpPr>
              <p:cNvPr id="4" name="Marcador de texto 2">
                <a:extLst>
                  <a:ext uri="{FF2B5EF4-FFF2-40B4-BE49-F238E27FC236}">
                    <a16:creationId xmlns:a16="http://schemas.microsoft.com/office/drawing/2014/main" id="{AA9E72FF-B948-6B7A-8909-97C6BE95D6FB}"/>
                  </a:ext>
                </a:extLst>
              </p:cNvPr>
              <p:cNvSpPr txBox="1">
                <a:spLocks noRot="1" noChangeAspect="1" noMove="1" noResize="1" noEditPoints="1" noAdjustHandles="1" noChangeArrowheads="1" noChangeShapeType="1" noTextEdit="1"/>
              </p:cNvSpPr>
              <p:nvPr/>
            </p:nvSpPr>
            <p:spPr>
              <a:xfrm>
                <a:off x="608012" y="1295400"/>
                <a:ext cx="11048999" cy="4958137"/>
              </a:xfrm>
              <a:prstGeom prst="rect">
                <a:avLst/>
              </a:prstGeom>
              <a:blipFill>
                <a:blip r:embed="rId5"/>
                <a:stretch>
                  <a:fillRect l="-607" t="-738" r="-552"/>
                </a:stretch>
              </a:blipFill>
            </p:spPr>
            <p:txBody>
              <a:bodyPr/>
              <a:lstStyle/>
              <a:p>
                <a:r>
                  <a:rPr lang="en-US">
                    <a:noFill/>
                  </a:rPr>
                  <a:t> </a:t>
                </a:r>
              </a:p>
            </p:txBody>
          </p:sp>
        </mc:Fallback>
      </mc:AlternateContent>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Document all your results (neff, plot fields of different modes, comparison between different polarizations…)</a:t>
            </a: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305013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EE82B-F5F3-090C-D7D3-9EC3ABC87FB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4CBA717-56BC-B1F8-0900-25EB222DEF04}"/>
              </a:ext>
            </a:extLst>
          </p:cNvPr>
          <p:cNvSpPr>
            <a:spLocks noGrp="1"/>
          </p:cNvSpPr>
          <p:nvPr>
            <p:ph type="title"/>
          </p:nvPr>
        </p:nvSpPr>
        <p:spPr/>
        <p:txBody>
          <a:bodyPr/>
          <a:lstStyle/>
          <a:p>
            <a:r>
              <a:rPr lang="es-ES"/>
              <a:t>Cross-</a:t>
            </a:r>
            <a:r>
              <a:rPr lang="es-ES" err="1"/>
              <a:t>Section</a:t>
            </a:r>
            <a:r>
              <a:rPr lang="es-ES"/>
              <a:t> </a:t>
            </a:r>
            <a:r>
              <a:rPr lang="es-ES" err="1"/>
              <a:t>Definition</a:t>
            </a:r>
            <a:r>
              <a:rPr lang="es-ES"/>
              <a:t> and parameters </a:t>
            </a:r>
          </a:p>
        </p:txBody>
      </p:sp>
      <p:sp>
        <p:nvSpPr>
          <p:cNvPr id="4" name="Marcador de pie de página 3">
            <a:extLst>
              <a:ext uri="{FF2B5EF4-FFF2-40B4-BE49-F238E27FC236}">
                <a16:creationId xmlns:a16="http://schemas.microsoft.com/office/drawing/2014/main" id="{863B527C-787A-19F8-4DB8-D61B75822EEA}"/>
              </a:ext>
            </a:extLst>
          </p:cNvPr>
          <p:cNvSpPr>
            <a:spLocks noGrp="1"/>
          </p:cNvSpPr>
          <p:nvPr>
            <p:ph type="ftr" sz="quarter" idx="5"/>
          </p:nvPr>
        </p:nvSpPr>
        <p:spPr/>
        <p:txBody>
          <a:bodyPr/>
          <a:lstStyle/>
          <a:p>
            <a:pPr marL="12700">
              <a:spcBef>
                <a:spcPts val="15"/>
              </a:spcBef>
            </a:pPr>
            <a:r>
              <a:rPr lang="es-ES" spc="-5"/>
              <a:t>LAB 2.0. COUPLERS</a:t>
            </a:r>
          </a:p>
        </p:txBody>
      </p:sp>
      <p:sp>
        <p:nvSpPr>
          <p:cNvPr id="5" name="Marcador de número de diapositiva 4">
            <a:extLst>
              <a:ext uri="{FF2B5EF4-FFF2-40B4-BE49-F238E27FC236}">
                <a16:creationId xmlns:a16="http://schemas.microsoft.com/office/drawing/2014/main" id="{13EDF54B-AE73-EF72-C9C3-02D567EB8A1F}"/>
              </a:ext>
            </a:extLst>
          </p:cNvPr>
          <p:cNvSpPr>
            <a:spLocks noGrp="1"/>
          </p:cNvSpPr>
          <p:nvPr>
            <p:ph type="sldNum" sz="quarter" idx="7"/>
          </p:nvPr>
        </p:nvSpPr>
        <p:spPr/>
        <p:txBody>
          <a:bodyPr/>
          <a:lstStyle/>
          <a:p>
            <a:fld id="{B6F15528-21DE-4FAA-801E-634DDDAF4B2B}" type="slidenum">
              <a:rPr lang="es-ES" smtClean="0"/>
              <a:t>5</a:t>
            </a:fld>
            <a:endParaRPr lang="es-ES"/>
          </a:p>
        </p:txBody>
      </p:sp>
      <p:sp>
        <p:nvSpPr>
          <p:cNvPr id="6" name="Rectángulo 5">
            <a:extLst>
              <a:ext uri="{FF2B5EF4-FFF2-40B4-BE49-F238E27FC236}">
                <a16:creationId xmlns:a16="http://schemas.microsoft.com/office/drawing/2014/main" id="{7B771996-5C3A-211F-E4E7-1C829BDD00AF}"/>
              </a:ext>
            </a:extLst>
          </p:cNvPr>
          <p:cNvSpPr/>
          <p:nvPr/>
        </p:nvSpPr>
        <p:spPr>
          <a:xfrm>
            <a:off x="590550" y="783373"/>
            <a:ext cx="10991850" cy="3640216"/>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79304E3A-80A0-4CF9-DCEE-2757CB677C04}"/>
              </a:ext>
            </a:extLst>
          </p:cNvPr>
          <p:cNvSpPr txBox="1"/>
          <p:nvPr/>
        </p:nvSpPr>
        <p:spPr>
          <a:xfrm>
            <a:off x="590550" y="4800600"/>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t>Se aprecia una alta pureza modal en ambas polarizaciones, destacando un confinamiento más fuerte en los modos TE. Esto se debe a que los modos TE son los que presentan los mayores índices efectivos debido a la distribución del campo.</a:t>
            </a:r>
          </a:p>
          <a:p>
            <a:pPr algn="just"/>
            <a:endParaRPr lang="es-ES" sz="1200" dirty="0"/>
          </a:p>
          <a:p>
            <a:pPr algn="just"/>
            <a:r>
              <a:rPr lang="es-ES" sz="1200" dirty="0">
                <a:latin typeface="Arial" panose="020B0604020202020204" pitchFamily="34" charset="0"/>
                <a:cs typeface="Arial" panose="020B0604020202020204" pitchFamily="34" charset="0"/>
              </a:rPr>
              <a:t>También se aprecia la sección transversal de la guía definida. Al ser de tipo Deep el </a:t>
            </a:r>
            <a:r>
              <a:rPr lang="es-ES" sz="1200" dirty="0" err="1">
                <a:latin typeface="Arial" panose="020B0604020202020204" pitchFamily="34" charset="0"/>
                <a:cs typeface="Arial" panose="020B0604020202020204" pitchFamily="34" charset="0"/>
              </a:rPr>
              <a:t>slab</a:t>
            </a:r>
            <a:r>
              <a:rPr lang="es-ES" sz="1200" dirty="0">
                <a:latin typeface="Arial" panose="020B0604020202020204" pitchFamily="34" charset="0"/>
                <a:cs typeface="Arial" panose="020B0604020202020204" pitchFamily="34" charset="0"/>
              </a:rPr>
              <a:t> es de 0 </a:t>
            </a:r>
            <a:r>
              <a:rPr lang="es-ES" sz="1200" dirty="0" err="1">
                <a:latin typeface="Arial" panose="020B0604020202020204" pitchFamily="34" charset="0"/>
                <a:cs typeface="Arial" panose="020B0604020202020204" pitchFamily="34" charset="0"/>
              </a:rPr>
              <a:t>mm.</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pic>
        <p:nvPicPr>
          <p:cNvPr id="9" name="Imagen 8">
            <a:extLst>
              <a:ext uri="{FF2B5EF4-FFF2-40B4-BE49-F238E27FC236}">
                <a16:creationId xmlns:a16="http://schemas.microsoft.com/office/drawing/2014/main" id="{CCB8A7D1-4C2E-AAC7-AB94-1BDBE3B8698D}"/>
              </a:ext>
            </a:extLst>
          </p:cNvPr>
          <p:cNvPicPr>
            <a:picLocks noChangeAspect="1"/>
          </p:cNvPicPr>
          <p:nvPr/>
        </p:nvPicPr>
        <p:blipFill>
          <a:blip r:embed="rId2"/>
          <a:stretch>
            <a:fillRect/>
          </a:stretch>
        </p:blipFill>
        <p:spPr>
          <a:xfrm>
            <a:off x="7397206" y="1171136"/>
            <a:ext cx="4050427" cy="2844072"/>
          </a:xfrm>
          <a:prstGeom prst="rect">
            <a:avLst/>
          </a:prstGeom>
        </p:spPr>
      </p:pic>
      <p:pic>
        <p:nvPicPr>
          <p:cNvPr id="10" name="Imagen 9">
            <a:extLst>
              <a:ext uri="{FF2B5EF4-FFF2-40B4-BE49-F238E27FC236}">
                <a16:creationId xmlns:a16="http://schemas.microsoft.com/office/drawing/2014/main" id="{BAE53C5E-F5F3-8E7E-138A-34C5203E3B57}"/>
              </a:ext>
            </a:extLst>
          </p:cNvPr>
          <p:cNvPicPr>
            <a:picLocks noChangeAspect="1"/>
          </p:cNvPicPr>
          <p:nvPr/>
        </p:nvPicPr>
        <p:blipFill>
          <a:blip r:embed="rId3"/>
          <a:stretch>
            <a:fillRect/>
          </a:stretch>
        </p:blipFill>
        <p:spPr>
          <a:xfrm>
            <a:off x="752381" y="970657"/>
            <a:ext cx="6644825" cy="3245031"/>
          </a:xfrm>
          <a:prstGeom prst="rect">
            <a:avLst/>
          </a:prstGeom>
        </p:spPr>
      </p:pic>
    </p:spTree>
    <p:extLst>
      <p:ext uri="{BB962C8B-B14F-4D97-AF65-F5344CB8AC3E}">
        <p14:creationId xmlns:p14="http://schemas.microsoft.com/office/powerpoint/2010/main" val="5209137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DB2C21-B6B3-CD86-67F9-B87816DC4141}"/>
              </a:ext>
            </a:extLst>
          </p:cNvPr>
          <p:cNvSpPr>
            <a:spLocks noGrp="1"/>
          </p:cNvSpPr>
          <p:nvPr>
            <p:ph type="title"/>
          </p:nvPr>
        </p:nvSpPr>
        <p:spPr/>
        <p:txBody>
          <a:bodyPr/>
          <a:lstStyle/>
          <a:p>
            <a:r>
              <a:rPr lang="es-ES" err="1"/>
              <a:t>Simulations</a:t>
            </a:r>
            <a:r>
              <a:rPr lang="es-ES"/>
              <a:t> </a:t>
            </a:r>
          </a:p>
        </p:txBody>
      </p:sp>
      <p:sp>
        <p:nvSpPr>
          <p:cNvPr id="4" name="Marcador de pie de página 3">
            <a:extLst>
              <a:ext uri="{FF2B5EF4-FFF2-40B4-BE49-F238E27FC236}">
                <a16:creationId xmlns:a16="http://schemas.microsoft.com/office/drawing/2014/main" id="{6CB2D98D-A8BE-31D7-4D54-18AD4CCAE6D6}"/>
              </a:ext>
            </a:extLst>
          </p:cNvPr>
          <p:cNvSpPr>
            <a:spLocks noGrp="1"/>
          </p:cNvSpPr>
          <p:nvPr>
            <p:ph type="ftr" sz="quarter" idx="5"/>
          </p:nvPr>
        </p:nvSpPr>
        <p:spPr/>
        <p:txBody>
          <a:bodyPr/>
          <a:lstStyle/>
          <a:p>
            <a:pPr marL="12700">
              <a:spcBef>
                <a:spcPts val="15"/>
              </a:spcBef>
            </a:pPr>
            <a:r>
              <a:rPr lang="es-ES" spc="-5"/>
              <a:t>LAB 2.0. COUPLERS</a:t>
            </a:r>
          </a:p>
        </p:txBody>
      </p:sp>
      <p:sp>
        <p:nvSpPr>
          <p:cNvPr id="5" name="Marcador de número de diapositiva 4">
            <a:extLst>
              <a:ext uri="{FF2B5EF4-FFF2-40B4-BE49-F238E27FC236}">
                <a16:creationId xmlns:a16="http://schemas.microsoft.com/office/drawing/2014/main" id="{D743129D-F9B7-D695-A874-F525E479B566}"/>
              </a:ext>
            </a:extLst>
          </p:cNvPr>
          <p:cNvSpPr>
            <a:spLocks noGrp="1"/>
          </p:cNvSpPr>
          <p:nvPr>
            <p:ph type="sldNum" sz="quarter" idx="7"/>
          </p:nvPr>
        </p:nvSpPr>
        <p:spPr/>
        <p:txBody>
          <a:bodyPr/>
          <a:lstStyle/>
          <a:p>
            <a:fld id="{B6F15528-21DE-4FAA-801E-634DDDAF4B2B}" type="slidenum">
              <a:rPr lang="es-ES" smtClean="0"/>
              <a:t>6</a:t>
            </a:fld>
            <a:endParaRPr lang="es-ES"/>
          </a:p>
        </p:txBody>
      </p:sp>
      <p:sp>
        <p:nvSpPr>
          <p:cNvPr id="6" name="Rectángulo 5">
            <a:extLst>
              <a:ext uri="{FF2B5EF4-FFF2-40B4-BE49-F238E27FC236}">
                <a16:creationId xmlns:a16="http://schemas.microsoft.com/office/drawing/2014/main" id="{F8143B99-3658-7D6C-0836-030E98C56431}"/>
              </a:ext>
            </a:extLst>
          </p:cNvPr>
          <p:cNvSpPr/>
          <p:nvPr/>
        </p:nvSpPr>
        <p:spPr>
          <a:xfrm>
            <a:off x="590550" y="783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ángulo 6">
            <a:extLst>
              <a:ext uri="{FF2B5EF4-FFF2-40B4-BE49-F238E27FC236}">
                <a16:creationId xmlns:a16="http://schemas.microsoft.com/office/drawing/2014/main" id="{C5D2EE6C-1C90-2885-21CC-2C800E81D0E5}"/>
              </a:ext>
            </a:extLst>
          </p:cNvPr>
          <p:cNvSpPr/>
          <p:nvPr/>
        </p:nvSpPr>
        <p:spPr>
          <a:xfrm>
            <a:off x="6457950" y="783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3AD597FD-2016-2C2F-EA5C-38A378EAE935}"/>
              </a:ext>
            </a:extLst>
          </p:cNvPr>
          <p:cNvSpPr txBox="1"/>
          <p:nvPr/>
        </p:nvSpPr>
        <p:spPr>
          <a:xfrm>
            <a:off x="590550" y="4800600"/>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Se </a:t>
            </a:r>
            <a:r>
              <a:rPr lang="en-US" sz="1200" dirty="0" err="1">
                <a:latin typeface="Arial" panose="020B0604020202020204" pitchFamily="34" charset="0"/>
                <a:cs typeface="Arial" panose="020B0604020202020204" pitchFamily="34" charset="0"/>
              </a:rPr>
              <a:t>observan</a:t>
            </a:r>
            <a:r>
              <a:rPr lang="en-US" sz="1200" dirty="0">
                <a:latin typeface="Arial" panose="020B0604020202020204" pitchFamily="34" charset="0"/>
                <a:cs typeface="Arial" panose="020B0604020202020204" pitchFamily="34" charset="0"/>
              </a:rPr>
              <a:t> las </a:t>
            </a:r>
            <a:r>
              <a:rPr lang="en-US" sz="1200" dirty="0" err="1">
                <a:latin typeface="Arial" panose="020B0604020202020204" pitchFamily="34" charset="0"/>
                <a:cs typeface="Arial" panose="020B0604020202020204" pitchFamily="34" charset="0"/>
              </a:rPr>
              <a:t>distribuciones</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supermodos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simétrico</a:t>
            </a:r>
            <a:r>
              <a:rPr lang="en-US" sz="1200" dirty="0">
                <a:latin typeface="Arial" panose="020B0604020202020204" pitchFamily="34" charset="0"/>
                <a:cs typeface="Arial" panose="020B0604020202020204" pitchFamily="34" charset="0"/>
              </a:rPr>
              <a:t> y </a:t>
            </a:r>
            <a:r>
              <a:rPr lang="en-US" sz="1200" dirty="0" err="1">
                <a:latin typeface="Arial" panose="020B0604020202020204" pitchFamily="34" charset="0"/>
                <a:cs typeface="Arial" panose="020B0604020202020204" pitchFamily="34" charset="0"/>
              </a:rPr>
              <a:t>antisimétrico</a:t>
            </a:r>
            <a:r>
              <a:rPr lang="en-US" sz="1200" dirty="0">
                <a:latin typeface="Arial" panose="020B0604020202020204" pitchFamily="34" charset="0"/>
                <a:cs typeface="Arial" panose="020B0604020202020204" pitchFamily="34" charset="0"/>
              </a:rPr>
              <a:t> del modo TE. Se </a:t>
            </a:r>
            <a:r>
              <a:rPr lang="en-US" sz="1200" dirty="0" err="1">
                <a:latin typeface="Arial" panose="020B0604020202020204" pitchFamily="34" charset="0"/>
                <a:cs typeface="Arial" panose="020B0604020202020204" pitchFamily="34" charset="0"/>
              </a:rPr>
              <a:t>puede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ver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como</a:t>
            </a:r>
            <a:r>
              <a:rPr lang="en-US" sz="1200" dirty="0">
                <a:latin typeface="Arial" panose="020B0604020202020204" pitchFamily="34" charset="0"/>
                <a:cs typeface="Arial" panose="020B0604020202020204" pitchFamily="34" charset="0"/>
              </a:rPr>
              <a:t> van </a:t>
            </a:r>
            <a:r>
              <a:rPr lang="en-US" sz="1200" dirty="0" err="1">
                <a:latin typeface="Arial" panose="020B0604020202020204" pitchFamily="34" charset="0"/>
                <a:cs typeface="Arial" panose="020B0604020202020204" pitchFamily="34" charset="0"/>
              </a:rPr>
              <a:t>bastante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confinados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ya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esta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bastante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centrado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alrededor</a:t>
            </a:r>
            <a:r>
              <a:rPr lang="en-US" sz="1200" dirty="0">
                <a:latin typeface="Arial" panose="020B0604020202020204" pitchFamily="34" charset="0"/>
                <a:cs typeface="Arial" panose="020B0604020202020204" pitchFamily="34" charset="0"/>
              </a:rPr>
              <a:t> de la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El de la </a:t>
            </a:r>
            <a:r>
              <a:rPr lang="en-US" sz="1200" dirty="0" err="1">
                <a:latin typeface="Arial" panose="020B0604020202020204" pitchFamily="34" charset="0"/>
                <a:cs typeface="Arial" panose="020B0604020202020204" pitchFamily="34" charset="0"/>
              </a:rPr>
              <a:t>derecha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muestra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antisimétrico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debido</a:t>
            </a:r>
            <a:r>
              <a:rPr lang="en-US" sz="1200" dirty="0">
                <a:latin typeface="Arial" panose="020B0604020202020204" pitchFamily="34" charset="0"/>
                <a:cs typeface="Arial" panose="020B0604020202020204" pitchFamily="34" charset="0"/>
              </a:rPr>
              <a:t> a la </a:t>
            </a:r>
            <a:r>
              <a:rPr lang="en-US" sz="1200" dirty="0" err="1">
                <a:latin typeface="Arial" panose="020B0604020202020204" pitchFamily="34" charset="0"/>
                <a:cs typeface="Arial" panose="020B0604020202020204" pitchFamily="34" charset="0"/>
              </a:rPr>
              <a:t>polaridad</a:t>
            </a:r>
            <a:r>
              <a:rPr lang="en-US" sz="1200" dirty="0">
                <a:latin typeface="Arial" panose="020B0604020202020204" pitchFamily="34" charset="0"/>
                <a:cs typeface="Arial" panose="020B0604020202020204" pitchFamily="34" charset="0"/>
              </a:rPr>
              <a:t> del campo </a:t>
            </a:r>
            <a:r>
              <a:rPr lang="en-US" sz="1200" dirty="0" err="1">
                <a:latin typeface="Arial" panose="020B0604020202020204" pitchFamily="34" charset="0"/>
                <a:cs typeface="Arial" panose="020B0604020202020204" pitchFamily="34" charset="0"/>
              </a:rPr>
              <a:t>mientras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de la </a:t>
            </a:r>
            <a:r>
              <a:rPr lang="en-US" sz="1200" dirty="0" err="1">
                <a:latin typeface="Arial" panose="020B0604020202020204" pitchFamily="34" charset="0"/>
                <a:cs typeface="Arial" panose="020B0604020202020204" pitchFamily="34" charset="0"/>
              </a:rPr>
              <a:t>izquierda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muestra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simétrico</a:t>
            </a:r>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pic>
        <p:nvPicPr>
          <p:cNvPr id="10" name="Imagen 9">
            <a:extLst>
              <a:ext uri="{FF2B5EF4-FFF2-40B4-BE49-F238E27FC236}">
                <a16:creationId xmlns:a16="http://schemas.microsoft.com/office/drawing/2014/main" id="{B60FA67B-DF1D-F2CD-A141-C5F4EB0D4560}"/>
              </a:ext>
            </a:extLst>
          </p:cNvPr>
          <p:cNvPicPr>
            <a:picLocks noChangeAspect="1"/>
          </p:cNvPicPr>
          <p:nvPr/>
        </p:nvPicPr>
        <p:blipFill>
          <a:blip r:embed="rId2"/>
          <a:stretch>
            <a:fillRect/>
          </a:stretch>
        </p:blipFill>
        <p:spPr>
          <a:xfrm>
            <a:off x="903976" y="857071"/>
            <a:ext cx="4705718" cy="3217090"/>
          </a:xfrm>
          <a:prstGeom prst="rect">
            <a:avLst/>
          </a:prstGeom>
        </p:spPr>
      </p:pic>
      <p:pic>
        <p:nvPicPr>
          <p:cNvPr id="12" name="Imagen 11">
            <a:extLst>
              <a:ext uri="{FF2B5EF4-FFF2-40B4-BE49-F238E27FC236}">
                <a16:creationId xmlns:a16="http://schemas.microsoft.com/office/drawing/2014/main" id="{77644172-E61C-DFCC-947D-D56531817E26}"/>
              </a:ext>
            </a:extLst>
          </p:cNvPr>
          <p:cNvPicPr>
            <a:picLocks noChangeAspect="1"/>
          </p:cNvPicPr>
          <p:nvPr/>
        </p:nvPicPr>
        <p:blipFill>
          <a:blip r:embed="rId3"/>
          <a:stretch>
            <a:fillRect/>
          </a:stretch>
        </p:blipFill>
        <p:spPr>
          <a:xfrm>
            <a:off x="6923317" y="876028"/>
            <a:ext cx="4776646" cy="3198133"/>
          </a:xfrm>
          <a:prstGeom prst="rect">
            <a:avLst/>
          </a:prstGeom>
        </p:spPr>
      </p:pic>
    </p:spTree>
    <p:extLst>
      <p:ext uri="{BB962C8B-B14F-4D97-AF65-F5344CB8AC3E}">
        <p14:creationId xmlns:p14="http://schemas.microsoft.com/office/powerpoint/2010/main" val="1002587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70587-B76B-3D56-F9ED-71DABE65EA7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BF26680-5F04-80CD-578D-00409583D70F}"/>
              </a:ext>
            </a:extLst>
          </p:cNvPr>
          <p:cNvSpPr>
            <a:spLocks noGrp="1"/>
          </p:cNvSpPr>
          <p:nvPr>
            <p:ph type="title"/>
          </p:nvPr>
        </p:nvSpPr>
        <p:spPr/>
        <p:txBody>
          <a:bodyPr/>
          <a:lstStyle/>
          <a:p>
            <a:r>
              <a:rPr lang="es-ES" err="1"/>
              <a:t>Simulations</a:t>
            </a:r>
            <a:r>
              <a:rPr lang="es-ES"/>
              <a:t> </a:t>
            </a:r>
          </a:p>
        </p:txBody>
      </p:sp>
      <p:sp>
        <p:nvSpPr>
          <p:cNvPr id="4" name="Marcador de pie de página 3">
            <a:extLst>
              <a:ext uri="{FF2B5EF4-FFF2-40B4-BE49-F238E27FC236}">
                <a16:creationId xmlns:a16="http://schemas.microsoft.com/office/drawing/2014/main" id="{9391A452-F7E5-B5AD-3750-B18BC93E87F9}"/>
              </a:ext>
            </a:extLst>
          </p:cNvPr>
          <p:cNvSpPr>
            <a:spLocks noGrp="1"/>
          </p:cNvSpPr>
          <p:nvPr>
            <p:ph type="ftr" sz="quarter" idx="5"/>
          </p:nvPr>
        </p:nvSpPr>
        <p:spPr/>
        <p:txBody>
          <a:bodyPr/>
          <a:lstStyle/>
          <a:p>
            <a:pPr marL="12700">
              <a:spcBef>
                <a:spcPts val="15"/>
              </a:spcBef>
            </a:pPr>
            <a:r>
              <a:rPr lang="es-ES" spc="-5"/>
              <a:t>LAB 2.0. COUPLERS</a:t>
            </a:r>
          </a:p>
        </p:txBody>
      </p:sp>
      <p:sp>
        <p:nvSpPr>
          <p:cNvPr id="5" name="Marcador de número de diapositiva 4">
            <a:extLst>
              <a:ext uri="{FF2B5EF4-FFF2-40B4-BE49-F238E27FC236}">
                <a16:creationId xmlns:a16="http://schemas.microsoft.com/office/drawing/2014/main" id="{3E7358F7-E466-3CD8-3DA7-162AC0D9E27A}"/>
              </a:ext>
            </a:extLst>
          </p:cNvPr>
          <p:cNvSpPr>
            <a:spLocks noGrp="1"/>
          </p:cNvSpPr>
          <p:nvPr>
            <p:ph type="sldNum" sz="quarter" idx="7"/>
          </p:nvPr>
        </p:nvSpPr>
        <p:spPr/>
        <p:txBody>
          <a:bodyPr/>
          <a:lstStyle/>
          <a:p>
            <a:fld id="{B6F15528-21DE-4FAA-801E-634DDDAF4B2B}" type="slidenum">
              <a:rPr lang="es-ES" smtClean="0"/>
              <a:t>7</a:t>
            </a:fld>
            <a:endParaRPr lang="es-ES"/>
          </a:p>
        </p:txBody>
      </p:sp>
      <p:sp>
        <p:nvSpPr>
          <p:cNvPr id="6" name="Rectángulo 5">
            <a:extLst>
              <a:ext uri="{FF2B5EF4-FFF2-40B4-BE49-F238E27FC236}">
                <a16:creationId xmlns:a16="http://schemas.microsoft.com/office/drawing/2014/main" id="{08F62665-652A-E840-FDF3-B7B1AE934913}"/>
              </a:ext>
            </a:extLst>
          </p:cNvPr>
          <p:cNvSpPr/>
          <p:nvPr/>
        </p:nvSpPr>
        <p:spPr>
          <a:xfrm>
            <a:off x="590550" y="783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ángulo 6">
            <a:extLst>
              <a:ext uri="{FF2B5EF4-FFF2-40B4-BE49-F238E27FC236}">
                <a16:creationId xmlns:a16="http://schemas.microsoft.com/office/drawing/2014/main" id="{65C51A8E-7845-F5FB-7006-BF1CB8B6078F}"/>
              </a:ext>
            </a:extLst>
          </p:cNvPr>
          <p:cNvSpPr/>
          <p:nvPr/>
        </p:nvSpPr>
        <p:spPr>
          <a:xfrm>
            <a:off x="6457950" y="783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E172987E-58F6-F676-32BD-93B99177648D}"/>
              </a:ext>
            </a:extLst>
          </p:cNvPr>
          <p:cNvSpPr txBox="1"/>
          <p:nvPr/>
        </p:nvSpPr>
        <p:spPr>
          <a:xfrm>
            <a:off x="590550" y="4800600"/>
            <a:ext cx="11199971" cy="1569660"/>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Se </a:t>
            </a:r>
            <a:r>
              <a:rPr lang="en-US" sz="1200" dirty="0" err="1">
                <a:latin typeface="Arial" panose="020B0604020202020204" pitchFamily="34" charset="0"/>
                <a:cs typeface="Arial" panose="020B0604020202020204" pitchFamily="34" charset="0"/>
              </a:rPr>
              <a:t>observan</a:t>
            </a:r>
            <a:r>
              <a:rPr lang="en-US" sz="1200" dirty="0">
                <a:latin typeface="Arial" panose="020B0604020202020204" pitchFamily="34" charset="0"/>
                <a:cs typeface="Arial" panose="020B0604020202020204" pitchFamily="34" charset="0"/>
              </a:rPr>
              <a:t> las </a:t>
            </a:r>
            <a:r>
              <a:rPr lang="en-US" sz="1200" dirty="0" err="1">
                <a:latin typeface="Arial" panose="020B0604020202020204" pitchFamily="34" charset="0"/>
                <a:cs typeface="Arial" panose="020B0604020202020204" pitchFamily="34" charset="0"/>
              </a:rPr>
              <a:t>distribuciones</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supermodos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simétrico</a:t>
            </a:r>
            <a:r>
              <a:rPr lang="en-US" sz="1200" dirty="0">
                <a:latin typeface="Arial" panose="020B0604020202020204" pitchFamily="34" charset="0"/>
                <a:cs typeface="Arial" panose="020B0604020202020204" pitchFamily="34" charset="0"/>
              </a:rPr>
              <a:t> y </a:t>
            </a:r>
            <a:r>
              <a:rPr lang="en-US" sz="1200" dirty="0" err="1">
                <a:latin typeface="Arial" panose="020B0604020202020204" pitchFamily="34" charset="0"/>
                <a:cs typeface="Arial" panose="020B0604020202020204" pitchFamily="34" charset="0"/>
              </a:rPr>
              <a:t>antisimétrico</a:t>
            </a:r>
            <a:r>
              <a:rPr lang="en-US" sz="1200" dirty="0">
                <a:latin typeface="Arial" panose="020B0604020202020204" pitchFamily="34" charset="0"/>
                <a:cs typeface="Arial" panose="020B0604020202020204" pitchFamily="34" charset="0"/>
              </a:rPr>
              <a:t> del modo TM. Se </a:t>
            </a:r>
            <a:r>
              <a:rPr lang="en-US" sz="1200" dirty="0" err="1">
                <a:latin typeface="Arial" panose="020B0604020202020204" pitchFamily="34" charset="0"/>
                <a:cs typeface="Arial" panose="020B0604020202020204" pitchFamily="34" charset="0"/>
              </a:rPr>
              <a:t>puede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ver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como</a:t>
            </a:r>
            <a:r>
              <a:rPr lang="en-US" sz="1200" dirty="0">
                <a:latin typeface="Arial" panose="020B0604020202020204" pitchFamily="34" charset="0"/>
                <a:cs typeface="Arial" panose="020B0604020202020204" pitchFamily="34" charset="0"/>
              </a:rPr>
              <a:t> van </a:t>
            </a:r>
            <a:r>
              <a:rPr lang="en-US" sz="1200" dirty="0" err="1">
                <a:latin typeface="Arial" panose="020B0604020202020204" pitchFamily="34" charset="0"/>
                <a:cs typeface="Arial" panose="020B0604020202020204" pitchFamily="34" charset="0"/>
              </a:rPr>
              <a:t>bastante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confinados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pero</a:t>
            </a:r>
            <a:r>
              <a:rPr lang="en-US" sz="1200" dirty="0">
                <a:latin typeface="Arial" panose="020B0604020202020204" pitchFamily="34" charset="0"/>
                <a:cs typeface="Arial" panose="020B0604020202020204" pitchFamily="34" charset="0"/>
              </a:rPr>
              <a:t> no tanto </a:t>
            </a:r>
            <a:r>
              <a:rPr lang="en-US" sz="1200" dirty="0" err="1">
                <a:latin typeface="Arial" panose="020B0604020202020204" pitchFamily="34" charset="0"/>
                <a:cs typeface="Arial" panose="020B0604020202020204" pitchFamily="34" charset="0"/>
              </a:rPr>
              <a:t>como</a:t>
            </a:r>
            <a:r>
              <a:rPr lang="en-US" sz="1200" dirty="0">
                <a:latin typeface="Arial" panose="020B0604020202020204" pitchFamily="34" charset="0"/>
                <a:cs typeface="Arial" panose="020B0604020202020204" pitchFamily="34" charset="0"/>
              </a:rPr>
              <a:t> para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caso</a:t>
            </a:r>
            <a:r>
              <a:rPr lang="en-US" sz="1200" dirty="0">
                <a:latin typeface="Arial" panose="020B0604020202020204" pitchFamily="34" charset="0"/>
                <a:cs typeface="Arial" panose="020B0604020202020204" pitchFamily="34" charset="0"/>
              </a:rPr>
              <a:t> anterior </a:t>
            </a:r>
            <a:r>
              <a:rPr lang="en-US" sz="1200" dirty="0" err="1">
                <a:latin typeface="Arial" panose="020B0604020202020204" pitchFamily="34" charset="0"/>
                <a:cs typeface="Arial" panose="020B0604020202020204" pitchFamily="34" charset="0"/>
              </a:rPr>
              <a:t>ya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ahora</a:t>
            </a:r>
            <a:r>
              <a:rPr lang="en-US" sz="1200" dirty="0">
                <a:latin typeface="Arial" panose="020B0604020202020204" pitchFamily="34" charset="0"/>
                <a:cs typeface="Arial" panose="020B0604020202020204" pitchFamily="34" charset="0"/>
              </a:rPr>
              <a:t> se nota un poco mas </a:t>
            </a:r>
            <a:r>
              <a:rPr lang="en-US" sz="1200" dirty="0" err="1">
                <a:latin typeface="Arial" panose="020B0604020202020204" pitchFamily="34" charset="0"/>
                <a:cs typeface="Arial" panose="020B0604020202020204" pitchFamily="34" charset="0"/>
              </a:rPr>
              <a:t>difusa</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frontera</a:t>
            </a:r>
            <a:r>
              <a:rPr lang="en-US" sz="1200" dirty="0">
                <a:latin typeface="Arial" panose="020B0604020202020204" pitchFamily="34" charset="0"/>
                <a:cs typeface="Arial" panose="020B0604020202020204" pitchFamily="34" charset="0"/>
              </a:rPr>
              <a:t> de la </a:t>
            </a:r>
            <a:r>
              <a:rPr lang="en-US" sz="1200" dirty="0" err="1">
                <a:latin typeface="Arial" panose="020B0604020202020204" pitchFamily="34" charset="0"/>
                <a:cs typeface="Arial" panose="020B0604020202020204" pitchFamily="34" charset="0"/>
              </a:rPr>
              <a:t>concentración</a:t>
            </a:r>
            <a:r>
              <a:rPr lang="en-US" sz="1200" dirty="0">
                <a:latin typeface="Arial" panose="020B0604020202020204" pitchFamily="34" charset="0"/>
                <a:cs typeface="Arial" panose="020B0604020202020204" pitchFamily="34" charset="0"/>
              </a:rPr>
              <a:t> del campo </a:t>
            </a:r>
            <a:r>
              <a:rPr lang="en-US" sz="1200" dirty="0" err="1">
                <a:latin typeface="Arial" panose="020B0604020202020204" pitchFamily="34" charset="0"/>
                <a:cs typeface="Arial" panose="020B0604020202020204" pitchFamily="34" charset="0"/>
              </a:rPr>
              <a:t>alrededor</a:t>
            </a:r>
            <a:r>
              <a:rPr lang="en-US" sz="1200" dirty="0">
                <a:latin typeface="Arial" panose="020B0604020202020204" pitchFamily="34" charset="0"/>
                <a:cs typeface="Arial" panose="020B0604020202020204" pitchFamily="34" charset="0"/>
              </a:rPr>
              <a:t> del </a:t>
            </a:r>
            <a:r>
              <a:rPr lang="en-US" sz="1200" dirty="0" err="1">
                <a:latin typeface="Arial" panose="020B0604020202020204" pitchFamily="34" charset="0"/>
                <a:cs typeface="Arial" panose="020B0604020202020204" pitchFamily="34" charset="0"/>
              </a:rPr>
              <a:t>núcleo</a:t>
            </a:r>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El de la </a:t>
            </a:r>
            <a:r>
              <a:rPr lang="en-US" sz="1200" dirty="0" err="1">
                <a:latin typeface="Arial" panose="020B0604020202020204" pitchFamily="34" charset="0"/>
                <a:cs typeface="Arial" panose="020B0604020202020204" pitchFamily="34" charset="0"/>
              </a:rPr>
              <a:t>derecha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muestra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antisimétrico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debido</a:t>
            </a:r>
            <a:r>
              <a:rPr lang="en-US" sz="1200" dirty="0">
                <a:latin typeface="Arial" panose="020B0604020202020204" pitchFamily="34" charset="0"/>
                <a:cs typeface="Arial" panose="020B0604020202020204" pitchFamily="34" charset="0"/>
              </a:rPr>
              <a:t> a la </a:t>
            </a:r>
            <a:r>
              <a:rPr lang="en-US" sz="1200" dirty="0" err="1">
                <a:latin typeface="Arial" panose="020B0604020202020204" pitchFamily="34" charset="0"/>
                <a:cs typeface="Arial" panose="020B0604020202020204" pitchFamily="34" charset="0"/>
              </a:rPr>
              <a:t>polaridad</a:t>
            </a:r>
            <a:r>
              <a:rPr lang="en-US" sz="1200" dirty="0">
                <a:latin typeface="Arial" panose="020B0604020202020204" pitchFamily="34" charset="0"/>
                <a:cs typeface="Arial" panose="020B0604020202020204" pitchFamily="34" charset="0"/>
              </a:rPr>
              <a:t> del campo </a:t>
            </a:r>
            <a:r>
              <a:rPr lang="en-US" sz="1200" dirty="0" err="1">
                <a:latin typeface="Arial" panose="020B0604020202020204" pitchFamily="34" charset="0"/>
                <a:cs typeface="Arial" panose="020B0604020202020204" pitchFamily="34" charset="0"/>
              </a:rPr>
              <a:t>mientras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de la </a:t>
            </a:r>
            <a:r>
              <a:rPr lang="en-US" sz="1200" dirty="0" err="1">
                <a:latin typeface="Arial" panose="020B0604020202020204" pitchFamily="34" charset="0"/>
                <a:cs typeface="Arial" panose="020B0604020202020204" pitchFamily="34" charset="0"/>
              </a:rPr>
              <a:t>izquierda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muestra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simétrico</a:t>
            </a:r>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pic>
        <p:nvPicPr>
          <p:cNvPr id="9" name="Imagen 8">
            <a:extLst>
              <a:ext uri="{FF2B5EF4-FFF2-40B4-BE49-F238E27FC236}">
                <a16:creationId xmlns:a16="http://schemas.microsoft.com/office/drawing/2014/main" id="{622A16C3-7053-8E3A-9C2D-D39BD255D375}"/>
              </a:ext>
            </a:extLst>
          </p:cNvPr>
          <p:cNvPicPr>
            <a:picLocks noChangeAspect="1"/>
          </p:cNvPicPr>
          <p:nvPr/>
        </p:nvPicPr>
        <p:blipFill>
          <a:blip r:embed="rId2"/>
          <a:stretch>
            <a:fillRect/>
          </a:stretch>
        </p:blipFill>
        <p:spPr>
          <a:xfrm>
            <a:off x="926968" y="857071"/>
            <a:ext cx="4711832" cy="3149318"/>
          </a:xfrm>
          <a:prstGeom prst="rect">
            <a:avLst/>
          </a:prstGeom>
        </p:spPr>
      </p:pic>
      <p:pic>
        <p:nvPicPr>
          <p:cNvPr id="13" name="Imagen 12">
            <a:extLst>
              <a:ext uri="{FF2B5EF4-FFF2-40B4-BE49-F238E27FC236}">
                <a16:creationId xmlns:a16="http://schemas.microsoft.com/office/drawing/2014/main" id="{0071C6C6-AFEF-0848-71FC-24735C96AE2A}"/>
              </a:ext>
            </a:extLst>
          </p:cNvPr>
          <p:cNvPicPr>
            <a:picLocks noChangeAspect="1"/>
          </p:cNvPicPr>
          <p:nvPr/>
        </p:nvPicPr>
        <p:blipFill>
          <a:blip r:embed="rId3"/>
          <a:stretch>
            <a:fillRect/>
          </a:stretch>
        </p:blipFill>
        <p:spPr>
          <a:xfrm>
            <a:off x="6705600" y="857071"/>
            <a:ext cx="4754883" cy="3191746"/>
          </a:xfrm>
          <a:prstGeom prst="rect">
            <a:avLst/>
          </a:prstGeom>
        </p:spPr>
      </p:pic>
    </p:spTree>
    <p:extLst>
      <p:ext uri="{BB962C8B-B14F-4D97-AF65-F5344CB8AC3E}">
        <p14:creationId xmlns:p14="http://schemas.microsoft.com/office/powerpoint/2010/main" val="13803785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#2 – Directional coupler length and coupling coefficient</a:t>
            </a:r>
            <a:br>
              <a:rPr lang="en-US" sz="2500" spc="-5">
                <a:latin typeface="+mj-lt"/>
                <a:cs typeface="Lucida Sans"/>
              </a:rPr>
            </a:br>
            <a:r>
              <a:rPr lang="en-US" b="0"/>
              <a:t>Wavelength 1.5 µm – width 1.2 µm – gap 0.6 µm – thickness 300 nm</a:t>
            </a:r>
            <a:endParaRPr lang="en-US" sz="2500" b="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8</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CA5F0FDF-2A95-453B-4ECA-AEB637FF2694}"/>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latin typeface="Arial" panose="020B0604020202020204" pitchFamily="34" charset="0"/>
                <a:cs typeface="Arial" panose="020B0604020202020204" pitchFamily="34" charset="0"/>
              </a:rPr>
              <a:t>El coeficiente de acoplo K representa la proporción de energía transferida entre los dos caminos de un acoplador. Cuando vale 1 el acoplo a la guía adyacente es total y lo contrario pasa cuando vale 0. </a:t>
            </a:r>
            <a:r>
              <a:rPr lang="es-ES" sz="1200" dirty="0" err="1">
                <a:latin typeface="Arial" panose="020B0604020202020204" pitchFamily="34" charset="0"/>
                <a:cs typeface="Arial" panose="020B0604020202020204" pitchFamily="34" charset="0"/>
              </a:rPr>
              <a:t>Lpi</a:t>
            </a:r>
            <a:r>
              <a:rPr lang="es-ES" sz="1200" dirty="0">
                <a:latin typeface="Arial" panose="020B0604020202020204" pitchFamily="34" charset="0"/>
                <a:cs typeface="Arial" panose="020B0604020202020204" pitchFamily="34" charset="0"/>
              </a:rPr>
              <a:t> consiste en la distancia necesaria para lograr el acoplo total de una guía a otra.</a:t>
            </a:r>
          </a:p>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K será máxima cuándo L/</a:t>
            </a:r>
            <a:r>
              <a:rPr lang="es-ES" sz="1200" dirty="0" err="1">
                <a:latin typeface="Arial" panose="020B0604020202020204" pitchFamily="34" charset="0"/>
                <a:cs typeface="Arial" panose="020B0604020202020204" pitchFamily="34" charset="0"/>
              </a:rPr>
              <a:t>Lpi</a:t>
            </a:r>
            <a:r>
              <a:rPr lang="es-ES" sz="1200" dirty="0">
                <a:latin typeface="Arial" panose="020B0604020202020204" pitchFamily="34" charset="0"/>
                <a:cs typeface="Arial" panose="020B0604020202020204" pitchFamily="34" charset="0"/>
              </a:rPr>
              <a:t> sea impar. Cuando L/</a:t>
            </a:r>
            <a:r>
              <a:rPr lang="es-ES" sz="1200" dirty="0" err="1">
                <a:latin typeface="Arial" panose="020B0604020202020204" pitchFamily="34" charset="0"/>
                <a:cs typeface="Arial" panose="020B0604020202020204" pitchFamily="34" charset="0"/>
              </a:rPr>
              <a:t>Lpi</a:t>
            </a:r>
            <a:r>
              <a:rPr lang="es-ES" sz="1200" dirty="0">
                <a:latin typeface="Arial" panose="020B0604020202020204" pitchFamily="34" charset="0"/>
                <a:cs typeface="Arial" panose="020B0604020202020204" pitchFamily="34" charset="0"/>
              </a:rPr>
              <a:t> sea par, la energía transferida volverá de vuelta y k será 0.</a:t>
            </a:r>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21F754A5-65BC-14A3-5F55-75716FFA9027}"/>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descr="Forma&#10;&#10;Descripción generada automáticamente con confianza media">
            <a:extLst>
              <a:ext uri="{FF2B5EF4-FFF2-40B4-BE49-F238E27FC236}">
                <a16:creationId xmlns:a16="http://schemas.microsoft.com/office/drawing/2014/main" id="{380A8455-6386-C7D5-7BB6-B79D8D91F0E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2588" y="1626040"/>
            <a:ext cx="3383313" cy="983682"/>
          </a:xfrm>
          <a:prstGeom prst="rect">
            <a:avLst/>
          </a:prstGeom>
        </p:spPr>
      </p:pic>
      <p:pic>
        <p:nvPicPr>
          <p:cNvPr id="5" name="Imagen 4">
            <a:extLst>
              <a:ext uri="{FF2B5EF4-FFF2-40B4-BE49-F238E27FC236}">
                <a16:creationId xmlns:a16="http://schemas.microsoft.com/office/drawing/2014/main" id="{999B09C9-6821-DE39-AFE4-3374E76715CC}"/>
              </a:ext>
            </a:extLst>
          </p:cNvPr>
          <p:cNvPicPr>
            <a:picLocks noChangeAspect="1"/>
          </p:cNvPicPr>
          <p:nvPr/>
        </p:nvPicPr>
        <p:blipFill>
          <a:blip r:embed="rId5"/>
          <a:stretch>
            <a:fillRect/>
          </a:stretch>
        </p:blipFill>
        <p:spPr>
          <a:xfrm>
            <a:off x="5045006" y="1451917"/>
            <a:ext cx="3993461" cy="3204629"/>
          </a:xfrm>
          <a:prstGeom prst="rect">
            <a:avLst/>
          </a:prstGeom>
        </p:spPr>
      </p:pic>
    </p:spTree>
    <p:extLst>
      <p:ext uri="{BB962C8B-B14F-4D97-AF65-F5344CB8AC3E}">
        <p14:creationId xmlns:p14="http://schemas.microsoft.com/office/powerpoint/2010/main" val="36636240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1A380-74E2-23F4-47E0-31E1A82ADDE1}"/>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AFE105E2-2AF3-0143-20C3-E4E6F2C3D4A7}"/>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#3 – 2x2 Directional Coupler</a:t>
            </a:r>
            <a:br>
              <a:rPr lang="en-US" sz="2500" spc="-5">
                <a:latin typeface="+mj-lt"/>
                <a:cs typeface="Lucida Sans"/>
              </a:rPr>
            </a:br>
            <a:r>
              <a:rPr lang="en-US" b="0"/>
              <a:t>Wavelength 1.55 µm – Sweep gaps between 0.2 and 1.2 µm in steps of 0.2 µm</a:t>
            </a:r>
            <a:endParaRPr lang="en-US" sz="2500" b="0">
              <a:latin typeface="+mj-lt"/>
              <a:cs typeface="Lucida Sans"/>
            </a:endParaRPr>
          </a:p>
        </p:txBody>
      </p:sp>
      <p:pic>
        <p:nvPicPr>
          <p:cNvPr id="83" name="Gráfico 82">
            <a:extLst>
              <a:ext uri="{FF2B5EF4-FFF2-40B4-BE49-F238E27FC236}">
                <a16:creationId xmlns:a16="http://schemas.microsoft.com/office/drawing/2014/main" id="{9E2180AA-ADD1-A718-2F5E-80365219FA2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8E1BE72D-E0C6-D0CB-2331-BE920829D81D}"/>
              </a:ext>
            </a:extLst>
          </p:cNvPr>
          <p:cNvSpPr>
            <a:spLocks noGrp="1"/>
          </p:cNvSpPr>
          <p:nvPr>
            <p:ph type="sldNum" sz="quarter" idx="7"/>
          </p:nvPr>
        </p:nvSpPr>
        <p:spPr/>
        <p:txBody>
          <a:bodyPr/>
          <a:lstStyle/>
          <a:p>
            <a:fld id="{B6F15528-21DE-4FAA-801E-634DDDAF4B2B}" type="slidenum">
              <a:rPr lang="es-ES" smtClean="0"/>
              <a:t>9</a:t>
            </a:fld>
            <a:endParaRPr lang="es-ES"/>
          </a:p>
        </p:txBody>
      </p:sp>
      <p:sp>
        <p:nvSpPr>
          <p:cNvPr id="3" name="Marcador de pie de página 2">
            <a:extLst>
              <a:ext uri="{FF2B5EF4-FFF2-40B4-BE49-F238E27FC236}">
                <a16:creationId xmlns:a16="http://schemas.microsoft.com/office/drawing/2014/main" id="{EF7C7C35-9E6E-607D-023A-9F7612A72F69}"/>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67E296F2-053A-FD03-1490-E7421EF94AA5}"/>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Se </a:t>
            </a:r>
            <a:r>
              <a:rPr lang="en-US" sz="1200" dirty="0" err="1">
                <a:latin typeface="Arial" panose="020B0604020202020204" pitchFamily="34" charset="0"/>
                <a:cs typeface="Arial" panose="020B0604020202020204" pitchFamily="34" charset="0"/>
              </a:rPr>
              <a:t>observan</a:t>
            </a:r>
            <a:r>
              <a:rPr lang="en-US" sz="1200" dirty="0">
                <a:latin typeface="Arial" panose="020B0604020202020204" pitchFamily="34" charset="0"/>
                <a:cs typeface="Arial" panose="020B0604020202020204" pitchFamily="34" charset="0"/>
              </a:rPr>
              <a:t> las </a:t>
            </a:r>
            <a:r>
              <a:rPr lang="en-US" sz="1200" dirty="0" err="1">
                <a:latin typeface="Arial" panose="020B0604020202020204" pitchFamily="34" charset="0"/>
                <a:cs typeface="Arial" panose="020B0604020202020204" pitchFamily="34" charset="0"/>
              </a:rPr>
              <a:t>simulaciones</a:t>
            </a:r>
            <a:r>
              <a:rPr lang="en-US" sz="1200" dirty="0">
                <a:latin typeface="Arial" panose="020B0604020202020204" pitchFamily="34" charset="0"/>
                <a:cs typeface="Arial" panose="020B0604020202020204" pitchFamily="34" charset="0"/>
              </a:rPr>
              <a:t> del </a:t>
            </a:r>
            <a:r>
              <a:rPr lang="en-US" sz="1200" dirty="0" err="1">
                <a:latin typeface="Arial" panose="020B0604020202020204" pitchFamily="34" charset="0"/>
                <a:cs typeface="Arial" panose="020B0604020202020204" pitchFamily="34" charset="0"/>
              </a:rPr>
              <a:t>acoplador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direccional</a:t>
            </a:r>
            <a:r>
              <a:rPr lang="en-US" sz="1200" dirty="0">
                <a:latin typeface="Arial" panose="020B0604020202020204" pitchFamily="34" charset="0"/>
                <a:cs typeface="Arial" panose="020B0604020202020204" pitchFamily="34" charset="0"/>
              </a:rPr>
              <a:t> para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distintos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tamaños</a:t>
            </a:r>
            <a:r>
              <a:rPr lang="en-US" sz="1200" dirty="0">
                <a:latin typeface="Arial" panose="020B0604020202020204" pitchFamily="34" charset="0"/>
                <a:cs typeface="Arial" panose="020B0604020202020204" pitchFamily="34" charset="0"/>
              </a:rPr>
              <a:t> de gap.</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DE9A9155-264E-007C-D097-AA5209525E82}"/>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Imagen 8">
            <a:extLst>
              <a:ext uri="{FF2B5EF4-FFF2-40B4-BE49-F238E27FC236}">
                <a16:creationId xmlns:a16="http://schemas.microsoft.com/office/drawing/2014/main" id="{1CE735CE-74E0-8B44-1E71-A2D62FE9A618}"/>
              </a:ext>
            </a:extLst>
          </p:cNvPr>
          <p:cNvPicPr>
            <a:picLocks noChangeAspect="1"/>
          </p:cNvPicPr>
          <p:nvPr/>
        </p:nvPicPr>
        <p:blipFill>
          <a:blip r:embed="rId4"/>
          <a:stretch>
            <a:fillRect/>
          </a:stretch>
        </p:blipFill>
        <p:spPr>
          <a:xfrm>
            <a:off x="1145880" y="1510598"/>
            <a:ext cx="3545864" cy="1449725"/>
          </a:xfrm>
          <a:prstGeom prst="rect">
            <a:avLst/>
          </a:prstGeom>
        </p:spPr>
      </p:pic>
      <p:pic>
        <p:nvPicPr>
          <p:cNvPr id="11" name="Imagen 10">
            <a:extLst>
              <a:ext uri="{FF2B5EF4-FFF2-40B4-BE49-F238E27FC236}">
                <a16:creationId xmlns:a16="http://schemas.microsoft.com/office/drawing/2014/main" id="{DA73F9A3-9C00-E7D8-1A1B-DBC93827F301}"/>
              </a:ext>
            </a:extLst>
          </p:cNvPr>
          <p:cNvPicPr>
            <a:picLocks noChangeAspect="1"/>
          </p:cNvPicPr>
          <p:nvPr/>
        </p:nvPicPr>
        <p:blipFill>
          <a:blip r:embed="rId5"/>
          <a:stretch>
            <a:fillRect/>
          </a:stretch>
        </p:blipFill>
        <p:spPr>
          <a:xfrm>
            <a:off x="1727901" y="2930608"/>
            <a:ext cx="2757014" cy="1772021"/>
          </a:xfrm>
          <a:prstGeom prst="rect">
            <a:avLst/>
          </a:prstGeom>
        </p:spPr>
      </p:pic>
      <p:pic>
        <p:nvPicPr>
          <p:cNvPr id="13" name="Imagen 12">
            <a:extLst>
              <a:ext uri="{FF2B5EF4-FFF2-40B4-BE49-F238E27FC236}">
                <a16:creationId xmlns:a16="http://schemas.microsoft.com/office/drawing/2014/main" id="{9AAA825F-B55D-571B-52F9-82A1132AB8D0}"/>
              </a:ext>
            </a:extLst>
          </p:cNvPr>
          <p:cNvPicPr>
            <a:picLocks noChangeAspect="1"/>
          </p:cNvPicPr>
          <p:nvPr/>
        </p:nvPicPr>
        <p:blipFill>
          <a:blip r:embed="rId6"/>
          <a:stretch>
            <a:fillRect/>
          </a:stretch>
        </p:blipFill>
        <p:spPr>
          <a:xfrm>
            <a:off x="6096000" y="1477091"/>
            <a:ext cx="4590891" cy="1453517"/>
          </a:xfrm>
          <a:prstGeom prst="rect">
            <a:avLst/>
          </a:prstGeom>
        </p:spPr>
      </p:pic>
      <p:pic>
        <p:nvPicPr>
          <p:cNvPr id="15" name="Imagen 14">
            <a:extLst>
              <a:ext uri="{FF2B5EF4-FFF2-40B4-BE49-F238E27FC236}">
                <a16:creationId xmlns:a16="http://schemas.microsoft.com/office/drawing/2014/main" id="{3DAD6967-5CE3-14AD-509A-D9CB0C97E2AD}"/>
              </a:ext>
            </a:extLst>
          </p:cNvPr>
          <p:cNvPicPr>
            <a:picLocks noChangeAspect="1"/>
          </p:cNvPicPr>
          <p:nvPr/>
        </p:nvPicPr>
        <p:blipFill>
          <a:blip r:embed="rId7"/>
          <a:stretch>
            <a:fillRect/>
          </a:stretch>
        </p:blipFill>
        <p:spPr>
          <a:xfrm>
            <a:off x="6949401" y="2899887"/>
            <a:ext cx="3370255" cy="1752934"/>
          </a:xfrm>
          <a:prstGeom prst="rect">
            <a:avLst/>
          </a:prstGeom>
        </p:spPr>
      </p:pic>
    </p:spTree>
    <p:extLst>
      <p:ext uri="{BB962C8B-B14F-4D97-AF65-F5344CB8AC3E}">
        <p14:creationId xmlns:p14="http://schemas.microsoft.com/office/powerpoint/2010/main" val="7064946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#3 – 2x2 Directional Coupler</a:t>
            </a:r>
            <a:br>
              <a:rPr lang="en-US" sz="2500" spc="-5">
                <a:latin typeface="+mj-lt"/>
                <a:cs typeface="Lucida Sans"/>
              </a:rPr>
            </a:br>
            <a:r>
              <a:rPr lang="en-US" b="0"/>
              <a:t>Wavelength 1.55 µm – Sweep gaps between 0.2 and 1.2 µm in steps of 0.2 µm</a:t>
            </a:r>
            <a:endParaRPr lang="en-US" sz="2500" b="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10</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82A62DD6-5488-72A1-9926-0CAEE59089A9}"/>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FBC7D187-267A-ADD4-764C-D3820B8ED302}"/>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C73509C2-901E-5FF2-69A5-E70638D13DDD}"/>
              </a:ext>
            </a:extLst>
          </p:cNvPr>
          <p:cNvPicPr>
            <a:picLocks noChangeAspect="1"/>
          </p:cNvPicPr>
          <p:nvPr/>
        </p:nvPicPr>
        <p:blipFill>
          <a:blip r:embed="rId4"/>
          <a:stretch>
            <a:fillRect/>
          </a:stretch>
        </p:blipFill>
        <p:spPr>
          <a:xfrm>
            <a:off x="817790" y="1510598"/>
            <a:ext cx="4908096" cy="1248253"/>
          </a:xfrm>
          <a:prstGeom prst="rect">
            <a:avLst/>
          </a:prstGeom>
        </p:spPr>
      </p:pic>
      <p:pic>
        <p:nvPicPr>
          <p:cNvPr id="11" name="Imagen 10">
            <a:extLst>
              <a:ext uri="{FF2B5EF4-FFF2-40B4-BE49-F238E27FC236}">
                <a16:creationId xmlns:a16="http://schemas.microsoft.com/office/drawing/2014/main" id="{D21F8B54-AC20-E0A9-B16A-D4C5B4FD7642}"/>
              </a:ext>
            </a:extLst>
          </p:cNvPr>
          <p:cNvPicPr>
            <a:picLocks noChangeAspect="1"/>
          </p:cNvPicPr>
          <p:nvPr/>
        </p:nvPicPr>
        <p:blipFill>
          <a:blip r:embed="rId5"/>
          <a:stretch>
            <a:fillRect/>
          </a:stretch>
        </p:blipFill>
        <p:spPr>
          <a:xfrm>
            <a:off x="2160291" y="2698302"/>
            <a:ext cx="2668712" cy="1881310"/>
          </a:xfrm>
          <a:prstGeom prst="rect">
            <a:avLst/>
          </a:prstGeom>
        </p:spPr>
      </p:pic>
      <p:pic>
        <p:nvPicPr>
          <p:cNvPr id="13" name="Imagen 12">
            <a:extLst>
              <a:ext uri="{FF2B5EF4-FFF2-40B4-BE49-F238E27FC236}">
                <a16:creationId xmlns:a16="http://schemas.microsoft.com/office/drawing/2014/main" id="{E365C6E0-6BBB-D576-B092-A238CD685614}"/>
              </a:ext>
            </a:extLst>
          </p:cNvPr>
          <p:cNvPicPr>
            <a:picLocks noChangeAspect="1"/>
          </p:cNvPicPr>
          <p:nvPr/>
        </p:nvPicPr>
        <p:blipFill>
          <a:blip r:embed="rId6"/>
          <a:stretch>
            <a:fillRect/>
          </a:stretch>
        </p:blipFill>
        <p:spPr>
          <a:xfrm>
            <a:off x="5934235" y="1553699"/>
            <a:ext cx="5505450" cy="1162050"/>
          </a:xfrm>
          <a:prstGeom prst="rect">
            <a:avLst/>
          </a:prstGeom>
        </p:spPr>
      </p:pic>
      <p:pic>
        <p:nvPicPr>
          <p:cNvPr id="15" name="Imagen 14">
            <a:extLst>
              <a:ext uri="{FF2B5EF4-FFF2-40B4-BE49-F238E27FC236}">
                <a16:creationId xmlns:a16="http://schemas.microsoft.com/office/drawing/2014/main" id="{74B38B5F-7B5E-909C-653E-B9E18B6EE3D7}"/>
              </a:ext>
            </a:extLst>
          </p:cNvPr>
          <p:cNvPicPr>
            <a:picLocks noChangeAspect="1"/>
          </p:cNvPicPr>
          <p:nvPr/>
        </p:nvPicPr>
        <p:blipFill>
          <a:blip r:embed="rId7"/>
          <a:stretch>
            <a:fillRect/>
          </a:stretch>
        </p:blipFill>
        <p:spPr>
          <a:xfrm>
            <a:off x="7351188" y="2654585"/>
            <a:ext cx="3599497" cy="2028381"/>
          </a:xfrm>
          <a:prstGeom prst="rect">
            <a:avLst/>
          </a:prstGeom>
        </p:spPr>
      </p:pic>
    </p:spTree>
    <p:extLst>
      <p:ext uri="{BB962C8B-B14F-4D97-AF65-F5344CB8AC3E}">
        <p14:creationId xmlns:p14="http://schemas.microsoft.com/office/powerpoint/2010/main" val="15583268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394A0-CAE7-6111-4940-6E02C2AB7BF2}"/>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ABC24E81-00A7-0196-1969-2CDEEC4A665B}"/>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#3 – 2x2 Directional Coupler</a:t>
            </a:r>
            <a:br>
              <a:rPr lang="en-US" sz="2500" spc="-5">
                <a:latin typeface="+mj-lt"/>
                <a:cs typeface="Lucida Sans"/>
              </a:rPr>
            </a:br>
            <a:r>
              <a:rPr lang="en-US" b="0"/>
              <a:t>Wavelength 1.55 µm – Sweep gaps between 0.2 and 1.2 µm in steps of 0.2 µm</a:t>
            </a:r>
            <a:endParaRPr lang="en-US" sz="2500" b="0">
              <a:latin typeface="+mj-lt"/>
              <a:cs typeface="Lucida Sans"/>
            </a:endParaRPr>
          </a:p>
        </p:txBody>
      </p:sp>
      <p:pic>
        <p:nvPicPr>
          <p:cNvPr id="83" name="Gráfico 82">
            <a:extLst>
              <a:ext uri="{FF2B5EF4-FFF2-40B4-BE49-F238E27FC236}">
                <a16:creationId xmlns:a16="http://schemas.microsoft.com/office/drawing/2014/main" id="{670CCF06-0F3C-806A-9D37-081FFF0F827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DBEDDE8D-AAB5-49CD-E1C4-8C732BFE15B2}"/>
              </a:ext>
            </a:extLst>
          </p:cNvPr>
          <p:cNvSpPr>
            <a:spLocks noGrp="1"/>
          </p:cNvSpPr>
          <p:nvPr>
            <p:ph type="sldNum" sz="quarter" idx="7"/>
          </p:nvPr>
        </p:nvSpPr>
        <p:spPr/>
        <p:txBody>
          <a:bodyPr/>
          <a:lstStyle/>
          <a:p>
            <a:fld id="{B6F15528-21DE-4FAA-801E-634DDDAF4B2B}" type="slidenum">
              <a:rPr lang="es-ES" smtClean="0"/>
              <a:t>11</a:t>
            </a:fld>
            <a:endParaRPr lang="es-ES"/>
          </a:p>
        </p:txBody>
      </p:sp>
      <p:sp>
        <p:nvSpPr>
          <p:cNvPr id="3" name="Marcador de pie de página 2">
            <a:extLst>
              <a:ext uri="{FF2B5EF4-FFF2-40B4-BE49-F238E27FC236}">
                <a16:creationId xmlns:a16="http://schemas.microsoft.com/office/drawing/2014/main" id="{AE2D40A2-84EB-ED0B-C9CF-EECC3E8A98B3}"/>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0358FBC6-A0C2-9782-408C-A0B8E3910E2E}"/>
              </a:ext>
            </a:extLst>
          </p:cNvPr>
          <p:cNvSpPr txBox="1"/>
          <p:nvPr/>
        </p:nvSpPr>
        <p:spPr>
          <a:xfrm>
            <a:off x="609441" y="4860334"/>
            <a:ext cx="11199971" cy="1384995"/>
          </a:xfrm>
          <a:prstGeom prst="rect">
            <a:avLst/>
          </a:prstGeom>
          <a:solidFill>
            <a:schemeClr val="bg1">
              <a:lumMod val="95000"/>
            </a:schemeClr>
          </a:solidFill>
          <a:ln w="28575">
            <a:solidFill>
              <a:srgbClr val="E0700D"/>
            </a:solidFill>
          </a:ln>
        </p:spPr>
        <p:txBody>
          <a:bodyPr wrap="square" rtlCol="0">
            <a:spAutoFit/>
          </a:bodyPr>
          <a:lstStyle/>
          <a:p>
            <a:r>
              <a:rPr lang="es-ES" sz="1200" dirty="0">
                <a:latin typeface="Arial" panose="020B0604020202020204" pitchFamily="34" charset="0"/>
                <a:cs typeface="Arial" panose="020B0604020202020204" pitchFamily="34" charset="0"/>
              </a:rPr>
              <a:t>A medida que aumenta el </a:t>
            </a:r>
            <a:r>
              <a:rPr lang="es-ES" sz="1200" i="1" dirty="0">
                <a:latin typeface="Arial" panose="020B0604020202020204" pitchFamily="34" charset="0"/>
                <a:cs typeface="Arial" panose="020B0604020202020204" pitchFamily="34" charset="0"/>
              </a:rPr>
              <a:t>gap</a:t>
            </a:r>
            <a:r>
              <a:rPr lang="es-ES" sz="1200" dirty="0">
                <a:latin typeface="Arial" panose="020B0604020202020204" pitchFamily="34" charset="0"/>
                <a:cs typeface="Arial" panose="020B0604020202020204" pitchFamily="34" charset="0"/>
              </a:rPr>
              <a:t>, también se incrementa la longitud del acoplador necesaria para lograr un acoplamiento completo de la señal. En base a esto, se observa que las pérdidas de exceso disminuyen hasta alcanzar una longitud del MMI mínima, a partir de la cual vuelven a aumentar.</a:t>
            </a:r>
          </a:p>
          <a:p>
            <a:endParaRPr lang="es-ES" sz="1200" dirty="0">
              <a:latin typeface="Arial" panose="020B0604020202020204" pitchFamily="34" charset="0"/>
              <a:cs typeface="Arial" panose="020B0604020202020204" pitchFamily="34" charset="0"/>
            </a:endParaRPr>
          </a:p>
          <a:p>
            <a:r>
              <a:rPr lang="es-ES" sz="1200" dirty="0">
                <a:latin typeface="Arial" panose="020B0604020202020204" pitchFamily="34" charset="0"/>
                <a:cs typeface="Arial" panose="020B0604020202020204" pitchFamily="34" charset="0"/>
              </a:rPr>
              <a:t>Por el contrario, la potencia total acoplada y la potencia en las salidas muestran un comportamiento inverso al de las pérdidas.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53DB7620-3F10-981C-F9DF-61F6C9110D8C}"/>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75D00F05-CDEF-A1CF-19C5-1CD8B5426D9C}"/>
              </a:ext>
            </a:extLst>
          </p:cNvPr>
          <p:cNvPicPr>
            <a:picLocks noChangeAspect="1"/>
          </p:cNvPicPr>
          <p:nvPr/>
        </p:nvPicPr>
        <p:blipFill>
          <a:blip r:embed="rId4"/>
          <a:stretch>
            <a:fillRect/>
          </a:stretch>
        </p:blipFill>
        <p:spPr>
          <a:xfrm>
            <a:off x="817790" y="1634898"/>
            <a:ext cx="5505450" cy="1019175"/>
          </a:xfrm>
          <a:prstGeom prst="rect">
            <a:avLst/>
          </a:prstGeom>
        </p:spPr>
      </p:pic>
      <p:pic>
        <p:nvPicPr>
          <p:cNvPr id="9" name="Imagen 8">
            <a:extLst>
              <a:ext uri="{FF2B5EF4-FFF2-40B4-BE49-F238E27FC236}">
                <a16:creationId xmlns:a16="http://schemas.microsoft.com/office/drawing/2014/main" id="{3FAC93D4-6523-09EC-01C5-F8D4AADE706E}"/>
              </a:ext>
            </a:extLst>
          </p:cNvPr>
          <p:cNvPicPr>
            <a:picLocks noChangeAspect="1"/>
          </p:cNvPicPr>
          <p:nvPr/>
        </p:nvPicPr>
        <p:blipFill>
          <a:blip r:embed="rId5"/>
          <a:stretch>
            <a:fillRect/>
          </a:stretch>
        </p:blipFill>
        <p:spPr>
          <a:xfrm>
            <a:off x="1973325" y="2566009"/>
            <a:ext cx="3194380" cy="2096128"/>
          </a:xfrm>
          <a:prstGeom prst="rect">
            <a:avLst/>
          </a:prstGeom>
        </p:spPr>
      </p:pic>
      <p:pic>
        <p:nvPicPr>
          <p:cNvPr id="13" name="Imagen 12">
            <a:extLst>
              <a:ext uri="{FF2B5EF4-FFF2-40B4-BE49-F238E27FC236}">
                <a16:creationId xmlns:a16="http://schemas.microsoft.com/office/drawing/2014/main" id="{AF30DAD1-870D-6D41-3F11-B0AA8C5FD91F}"/>
              </a:ext>
            </a:extLst>
          </p:cNvPr>
          <p:cNvPicPr>
            <a:picLocks noChangeAspect="1"/>
          </p:cNvPicPr>
          <p:nvPr/>
        </p:nvPicPr>
        <p:blipFill>
          <a:blip r:embed="rId6"/>
          <a:stretch>
            <a:fillRect/>
          </a:stretch>
        </p:blipFill>
        <p:spPr>
          <a:xfrm>
            <a:off x="6294323" y="1632559"/>
            <a:ext cx="5505450" cy="933450"/>
          </a:xfrm>
          <a:prstGeom prst="rect">
            <a:avLst/>
          </a:prstGeom>
        </p:spPr>
      </p:pic>
      <p:pic>
        <p:nvPicPr>
          <p:cNvPr id="18" name="Imagen 17">
            <a:extLst>
              <a:ext uri="{FF2B5EF4-FFF2-40B4-BE49-F238E27FC236}">
                <a16:creationId xmlns:a16="http://schemas.microsoft.com/office/drawing/2014/main" id="{B8F168C5-8AF2-68BD-8D2B-315237199DC2}"/>
              </a:ext>
            </a:extLst>
          </p:cNvPr>
          <p:cNvPicPr>
            <a:picLocks noChangeAspect="1"/>
          </p:cNvPicPr>
          <p:nvPr/>
        </p:nvPicPr>
        <p:blipFill>
          <a:blip r:embed="rId7"/>
          <a:stretch>
            <a:fillRect/>
          </a:stretch>
        </p:blipFill>
        <p:spPr>
          <a:xfrm>
            <a:off x="7206589" y="2481943"/>
            <a:ext cx="4429104" cy="2180193"/>
          </a:xfrm>
          <a:prstGeom prst="rect">
            <a:avLst/>
          </a:prstGeom>
        </p:spPr>
      </p:pic>
    </p:spTree>
    <p:extLst>
      <p:ext uri="{BB962C8B-B14F-4D97-AF65-F5344CB8AC3E}">
        <p14:creationId xmlns:p14="http://schemas.microsoft.com/office/powerpoint/2010/main" val="34098368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#4 – Parallel uncoupled waveguides – TE0 mode</a:t>
            </a:r>
            <a:br>
              <a:rPr lang="en-US" sz="2500" spc="-5">
                <a:latin typeface="+mj-lt"/>
                <a:cs typeface="Lucida Sans"/>
              </a:rPr>
            </a:br>
            <a:r>
              <a:rPr lang="en-US" b="0"/>
              <a:t>Wavelength 1.55 µm, width 1.0 µm, gap to be found for uncoupled </a:t>
            </a:r>
            <a:r>
              <a:rPr lang="en-US" b="0" err="1"/>
              <a:t>wvgs</a:t>
            </a:r>
            <a:endParaRPr lang="en-US" sz="2500" b="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12</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2.0. COUPLERS</a:t>
            </a:r>
          </a:p>
        </p:txBody>
      </p:sp>
      <mc:AlternateContent xmlns:mc="http://schemas.openxmlformats.org/markup-compatibility/2006">
        <mc:Choice xmlns:a14="http://schemas.microsoft.com/office/drawing/2010/main" Requires="a14">
          <p:sp>
            <p:nvSpPr>
              <p:cNvPr id="2" name="CuadroTexto 1">
                <a:extLst>
                  <a:ext uri="{FF2B5EF4-FFF2-40B4-BE49-F238E27FC236}">
                    <a16:creationId xmlns:a16="http://schemas.microsoft.com/office/drawing/2014/main" id="{CA5F0FDF-2A95-453B-4ECA-AEB637FF2694}"/>
                  </a:ext>
                </a:extLst>
              </p:cNvPr>
              <p:cNvSpPr txBox="1"/>
              <p:nvPr/>
            </p:nvSpPr>
            <p:spPr>
              <a:xfrm>
                <a:off x="609441" y="4627196"/>
                <a:ext cx="11199971" cy="1569660"/>
              </a:xfrm>
              <a:prstGeom prst="rect">
                <a:avLst/>
              </a:prstGeom>
              <a:solidFill>
                <a:schemeClr val="bg1">
                  <a:lumMod val="95000"/>
                </a:schemeClr>
              </a:solidFill>
              <a:ln w="28575">
                <a:solidFill>
                  <a:srgbClr val="E0700D"/>
                </a:solidFill>
              </a:ln>
            </p:spPr>
            <p:txBody>
              <a:bodyPr wrap="square" rtlCol="0">
                <a:spAutoFit/>
              </a:bodyPr>
              <a:lstStyle/>
              <a:p>
                <a:r>
                  <a:rPr lang="es-ES" sz="1200" dirty="0">
                    <a:latin typeface="Arial" panose="020B0604020202020204" pitchFamily="34" charset="0"/>
                    <a:cs typeface="Arial" panose="020B0604020202020204" pitchFamily="34" charset="0"/>
                  </a:rPr>
                  <a:t>Una forma de ajustar el coeficiente de acoplo en un acoplador en paralelo es modificando el gap</a:t>
                </a:r>
                <a:r>
                  <a:rPr lang="ar-AE" sz="1200" dirty="0">
                    <a:latin typeface="Arial" panose="020B0604020202020204" pitchFamily="34" charset="0"/>
                    <a:cs typeface="Arial" panose="020B0604020202020204" pitchFamily="34" charset="0"/>
                  </a:rPr>
                  <a:t>. </a:t>
                </a:r>
                <a:r>
                  <a:rPr lang="es-ES" sz="1200" dirty="0">
                    <a:latin typeface="Arial" panose="020B0604020202020204" pitchFamily="34" charset="0"/>
                    <a:cs typeface="Arial" panose="020B0604020202020204" pitchFamily="34" charset="0"/>
                  </a:rPr>
                  <a:t>Al representar el coeficiente de acoplo </a:t>
                </a:r>
                <a14:m>
                  <m:oMath xmlns:m="http://schemas.openxmlformats.org/officeDocument/2006/math">
                    <m:r>
                      <a:rPr lang="es-ES" sz="1200" i="1"/>
                      <m:t>𝐾</m:t>
                    </m:r>
                  </m:oMath>
                </a14:m>
                <a:r>
                  <a:rPr lang="es-ES" sz="1200" dirty="0">
                    <a:latin typeface="Arial" panose="020B0604020202020204" pitchFamily="34" charset="0"/>
                    <a:cs typeface="Arial" panose="020B0604020202020204" pitchFamily="34" charset="0"/>
                  </a:rPr>
                  <a:t>en función del gap</a:t>
                </a:r>
                <a:r>
                  <a:rPr lang="ar-AE" sz="1200" dirty="0">
                    <a:latin typeface="Arial" panose="020B0604020202020204" pitchFamily="34" charset="0"/>
                    <a:cs typeface="Arial" panose="020B0604020202020204" pitchFamily="34" charset="0"/>
                  </a:rPr>
                  <a:t>, </a:t>
                </a:r>
                <a:r>
                  <a:rPr lang="es-ES" sz="1200" dirty="0">
                    <a:latin typeface="Arial" panose="020B0604020202020204" pitchFamily="34" charset="0"/>
                    <a:cs typeface="Arial" panose="020B0604020202020204" pitchFamily="34" charset="0"/>
                  </a:rPr>
                  <a:t>se observa que </a:t>
                </a:r>
                <a14:m>
                  <m:oMath xmlns:m="http://schemas.openxmlformats.org/officeDocument/2006/math">
                    <m:r>
                      <a:rPr lang="es-ES" sz="1200" i="1"/>
                      <m:t>𝐾</m:t>
                    </m:r>
                  </m:oMath>
                </a14:m>
                <a:r>
                  <a:rPr lang="es-ES" sz="1200" dirty="0">
                    <a:latin typeface="Arial" panose="020B0604020202020204" pitchFamily="34" charset="0"/>
                    <a:cs typeface="Arial" panose="020B0604020202020204" pitchFamily="34" charset="0"/>
                  </a:rPr>
                  <a:t>disminuye progresivamente a medida que aumenta la separación para una misma longitud, lo cual es coherente, ya que a distancias mayores el acoplamiento entre las guías se reduce debido a que hay una menor interacción de la guía adyacente con el campo evanescente.</a:t>
                </a:r>
              </a:p>
              <a:p>
                <a:endParaRPr lang="es-ES" sz="1200" dirty="0">
                  <a:latin typeface="Arial" panose="020B0604020202020204" pitchFamily="34" charset="0"/>
                  <a:cs typeface="Arial" panose="020B0604020202020204" pitchFamily="34" charset="0"/>
                </a:endParaRPr>
              </a:p>
              <a:p>
                <a:r>
                  <a:rPr lang="es-ES" sz="1200" dirty="0">
                    <a:latin typeface="Arial" panose="020B0604020202020204" pitchFamily="34" charset="0"/>
                    <a:cs typeface="Arial" panose="020B0604020202020204" pitchFamily="34" charset="0"/>
                  </a:rPr>
                  <a:t>Cabe destacar que la configuración </a:t>
                </a:r>
                <a:r>
                  <a:rPr lang="es-ES" sz="1200" i="1" dirty="0" err="1">
                    <a:latin typeface="Arial" panose="020B0604020202020204" pitchFamily="34" charset="0"/>
                    <a:cs typeface="Arial" panose="020B0604020202020204" pitchFamily="34" charset="0"/>
                  </a:rPr>
                  <a:t>shallow</a:t>
                </a:r>
                <a:r>
                  <a:rPr lang="es-ES" sz="1200" dirty="0">
                    <a:latin typeface="Arial" panose="020B0604020202020204" pitchFamily="34" charset="0"/>
                    <a:cs typeface="Arial" panose="020B0604020202020204" pitchFamily="34" charset="0"/>
                  </a:rPr>
                  <a:t> mantiene valores más altos del coeficiente de acoplo para separaciones mayores en comparación con la estructura </a:t>
                </a:r>
                <a:r>
                  <a:rPr lang="es-ES" sz="1200" i="1" dirty="0" err="1">
                    <a:latin typeface="Arial" panose="020B0604020202020204" pitchFamily="34" charset="0"/>
                    <a:cs typeface="Arial" panose="020B0604020202020204" pitchFamily="34" charset="0"/>
                  </a:rPr>
                  <a:t>deep</a:t>
                </a:r>
                <a:r>
                  <a:rPr lang="es-ES" sz="1200" dirty="0"/>
                  <a:t>.</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mc:Choice>
        <mc:Fallback>
          <p:sp>
            <p:nvSpPr>
              <p:cNvPr id="2" name="CuadroTexto 1">
                <a:extLst>
                  <a:ext uri="{FF2B5EF4-FFF2-40B4-BE49-F238E27FC236}">
                    <a16:creationId xmlns:a16="http://schemas.microsoft.com/office/drawing/2014/main" id="{CA5F0FDF-2A95-453B-4ECA-AEB637FF2694}"/>
                  </a:ext>
                </a:extLst>
              </p:cNvPr>
              <p:cNvSpPr txBox="1">
                <a:spLocks noRot="1" noChangeAspect="1" noMove="1" noResize="1" noEditPoints="1" noAdjustHandles="1" noChangeArrowheads="1" noChangeShapeType="1" noTextEdit="1"/>
              </p:cNvSpPr>
              <p:nvPr/>
            </p:nvSpPr>
            <p:spPr>
              <a:xfrm>
                <a:off x="609441" y="4627196"/>
                <a:ext cx="11199971" cy="1569660"/>
              </a:xfrm>
              <a:prstGeom prst="rect">
                <a:avLst/>
              </a:prstGeom>
              <a:blipFill>
                <a:blip r:embed="rId4"/>
                <a:stretch>
                  <a:fillRect/>
                </a:stretch>
              </a:blipFill>
              <a:ln w="28575">
                <a:solidFill>
                  <a:srgbClr val="E0700D"/>
                </a:solidFill>
              </a:ln>
            </p:spPr>
            <p:txBody>
              <a:bodyPr/>
              <a:lstStyle/>
              <a:p>
                <a:r>
                  <a:rPr lang="es-ES">
                    <a:noFill/>
                  </a:rPr>
                  <a:t> </a:t>
                </a:r>
              </a:p>
            </p:txBody>
          </p:sp>
        </mc:Fallback>
      </mc:AlternateContent>
      <p:sp>
        <p:nvSpPr>
          <p:cNvPr id="4" name="Rectángulo 3">
            <a:extLst>
              <a:ext uri="{FF2B5EF4-FFF2-40B4-BE49-F238E27FC236}">
                <a16:creationId xmlns:a16="http://schemas.microsoft.com/office/drawing/2014/main" id="{FB4B77A0-B37C-3130-FB52-4E560C66946F}"/>
              </a:ext>
            </a:extLst>
          </p:cNvPr>
          <p:cNvSpPr/>
          <p:nvPr/>
        </p:nvSpPr>
        <p:spPr>
          <a:xfrm>
            <a:off x="609441" y="12192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DA7ECAA3-0876-C0FB-D7E5-448FCC5ED226}"/>
              </a:ext>
            </a:extLst>
          </p:cNvPr>
          <p:cNvSpPr/>
          <p:nvPr/>
        </p:nvSpPr>
        <p:spPr>
          <a:xfrm>
            <a:off x="6321424" y="12192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Imagen 12">
            <a:extLst>
              <a:ext uri="{FF2B5EF4-FFF2-40B4-BE49-F238E27FC236}">
                <a16:creationId xmlns:a16="http://schemas.microsoft.com/office/drawing/2014/main" id="{B53B2F86-616D-BFB6-633D-0F765CC16006}"/>
              </a:ext>
            </a:extLst>
          </p:cNvPr>
          <p:cNvPicPr>
            <a:picLocks noChangeAspect="1"/>
          </p:cNvPicPr>
          <p:nvPr/>
        </p:nvPicPr>
        <p:blipFill>
          <a:blip r:embed="rId5"/>
          <a:stretch>
            <a:fillRect/>
          </a:stretch>
        </p:blipFill>
        <p:spPr>
          <a:xfrm>
            <a:off x="1398394" y="1302414"/>
            <a:ext cx="3908651" cy="3136572"/>
          </a:xfrm>
          <a:prstGeom prst="rect">
            <a:avLst/>
          </a:prstGeom>
        </p:spPr>
      </p:pic>
      <p:pic>
        <p:nvPicPr>
          <p:cNvPr id="15" name="Imagen 14">
            <a:extLst>
              <a:ext uri="{FF2B5EF4-FFF2-40B4-BE49-F238E27FC236}">
                <a16:creationId xmlns:a16="http://schemas.microsoft.com/office/drawing/2014/main" id="{05D4DA0A-F310-0789-BEE8-39A733DBA2BE}"/>
              </a:ext>
            </a:extLst>
          </p:cNvPr>
          <p:cNvPicPr>
            <a:picLocks noChangeAspect="1"/>
          </p:cNvPicPr>
          <p:nvPr/>
        </p:nvPicPr>
        <p:blipFill>
          <a:blip r:embed="rId6"/>
          <a:stretch>
            <a:fillRect/>
          </a:stretch>
        </p:blipFill>
        <p:spPr>
          <a:xfrm>
            <a:off x="7144923" y="1330136"/>
            <a:ext cx="3839560" cy="3081128"/>
          </a:xfrm>
          <a:prstGeom prst="rect">
            <a:avLst/>
          </a:prstGeom>
        </p:spPr>
      </p:pic>
    </p:spTree>
    <p:extLst>
      <p:ext uri="{BB962C8B-B14F-4D97-AF65-F5344CB8AC3E}">
        <p14:creationId xmlns:p14="http://schemas.microsoft.com/office/powerpoint/2010/main" val="37123560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D4982-2E99-3EE0-CEBE-CEF54821C335}"/>
            </a:ext>
          </a:extLst>
        </p:cNvPr>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A60D29C4-F13C-8947-EF1D-2CBDDD14AC5C}"/>
              </a:ext>
            </a:extLst>
          </p:cNvPr>
          <p:cNvSpPr>
            <a:spLocks noGrp="1"/>
          </p:cNvSpPr>
          <p:nvPr>
            <p:ph type="ftr" sz="quarter" idx="5"/>
          </p:nvPr>
        </p:nvSpPr>
        <p:spPr/>
        <p:txBody>
          <a:bodyPr/>
          <a:lstStyle/>
          <a:p>
            <a:pPr marL="12700">
              <a:spcBef>
                <a:spcPts val="15"/>
              </a:spcBef>
            </a:pPr>
            <a:r>
              <a:rPr lang="es-ES" spc="-5"/>
              <a:t>LAB 2.0. COUPLERS</a:t>
            </a:r>
          </a:p>
        </p:txBody>
      </p:sp>
      <p:sp>
        <p:nvSpPr>
          <p:cNvPr id="5" name="Marcador de número de diapositiva 4">
            <a:extLst>
              <a:ext uri="{FF2B5EF4-FFF2-40B4-BE49-F238E27FC236}">
                <a16:creationId xmlns:a16="http://schemas.microsoft.com/office/drawing/2014/main" id="{28A4EFD1-1AF6-F17D-1B27-5115800F99B0}"/>
              </a:ext>
            </a:extLst>
          </p:cNvPr>
          <p:cNvSpPr>
            <a:spLocks noGrp="1"/>
          </p:cNvSpPr>
          <p:nvPr>
            <p:ph type="sldNum" sz="quarter" idx="7"/>
          </p:nvPr>
        </p:nvSpPr>
        <p:spPr/>
        <p:txBody>
          <a:bodyPr/>
          <a:lstStyle/>
          <a:p>
            <a:fld id="{B6F15528-21DE-4FAA-801E-634DDDAF4B2B}" type="slidenum">
              <a:rPr lang="es-ES" smtClean="0"/>
              <a:t>13</a:t>
            </a:fld>
            <a:endParaRPr lang="es-ES"/>
          </a:p>
        </p:txBody>
      </p:sp>
      <p:sp>
        <p:nvSpPr>
          <p:cNvPr id="6" name="Título 4">
            <a:extLst>
              <a:ext uri="{FF2B5EF4-FFF2-40B4-BE49-F238E27FC236}">
                <a16:creationId xmlns:a16="http://schemas.microsoft.com/office/drawing/2014/main" id="{8111062F-F9A0-241E-6CCB-6E8BE4D8C60A}"/>
              </a:ext>
            </a:extLst>
          </p:cNvPr>
          <p:cNvSpPr>
            <a:spLocks noGrp="1"/>
          </p:cNvSpPr>
          <p:nvPr>
            <p:ph type="body" idx="1"/>
          </p:nvPr>
        </p:nvSpPr>
        <p:spPr>
          <a:xfrm>
            <a:off x="609600" y="2152650"/>
            <a:ext cx="10972800" cy="430887"/>
          </a:xfrm>
        </p:spPr>
        <p:txBody>
          <a:bodyPr/>
          <a:lstStyle/>
          <a:p>
            <a:pPr algn="ctr"/>
            <a:r>
              <a:rPr lang="en-US" sz="2800" b="1">
                <a:effectLst>
                  <a:outerShdw blurRad="38100" dist="38100" dir="2700000" algn="tl">
                    <a:srgbClr val="000000">
                      <a:alpha val="43137"/>
                    </a:srgbClr>
                  </a:outerShdw>
                </a:effectLst>
              </a:rPr>
              <a:t>Multimode Interferometer (MMI) Coupler</a:t>
            </a:r>
          </a:p>
        </p:txBody>
      </p:sp>
    </p:spTree>
    <p:extLst>
      <p:ext uri="{BB962C8B-B14F-4D97-AF65-F5344CB8AC3E}">
        <p14:creationId xmlns:p14="http://schemas.microsoft.com/office/powerpoint/2010/main" val="38733189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4E70-43B1-3881-1771-20FB4358471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2C31CE-19F0-B995-0997-9A2D6A879BF7}"/>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nSpc>
                <a:spcPct val="100000"/>
              </a:lnSpc>
              <a:spcBef>
                <a:spcPts val="100"/>
              </a:spcBef>
            </a:pPr>
            <a:r>
              <a:rPr lang="en-US" sz="2500"/>
              <a:t>Learning outcome #5 – Multimode Interference (MMI) Coupler cross-section</a:t>
            </a:r>
            <a:endParaRPr lang="en-US" sz="2500" b="0">
              <a:latin typeface="+mj-lt"/>
              <a:cs typeface="Lucida Sans"/>
            </a:endParaRPr>
          </a:p>
        </p:txBody>
      </p:sp>
      <p:pic>
        <p:nvPicPr>
          <p:cNvPr id="83" name="Gráfico 82">
            <a:extLst>
              <a:ext uri="{FF2B5EF4-FFF2-40B4-BE49-F238E27FC236}">
                <a16:creationId xmlns:a16="http://schemas.microsoft.com/office/drawing/2014/main" id="{D688A609-F3DC-EE34-C536-683E70F32EA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6C672C6-89D4-7E67-2B94-811D081786A7}"/>
              </a:ext>
            </a:extLst>
          </p:cNvPr>
          <p:cNvSpPr>
            <a:spLocks noGrp="1"/>
          </p:cNvSpPr>
          <p:nvPr>
            <p:ph type="sldNum" sz="quarter" idx="7"/>
          </p:nvPr>
        </p:nvSpPr>
        <p:spPr/>
        <p:txBody>
          <a:bodyPr/>
          <a:lstStyle/>
          <a:p>
            <a:fld id="{B6F15528-21DE-4FAA-801E-634DDDAF4B2B}" type="slidenum">
              <a:rPr lang="es-ES" smtClean="0"/>
              <a:t>14</a:t>
            </a:fld>
            <a:endParaRPr lang="es-ES"/>
          </a:p>
        </p:txBody>
      </p:sp>
      <p:sp>
        <p:nvSpPr>
          <p:cNvPr id="3" name="Marcador de pie de página 2">
            <a:extLst>
              <a:ext uri="{FF2B5EF4-FFF2-40B4-BE49-F238E27FC236}">
                <a16:creationId xmlns:a16="http://schemas.microsoft.com/office/drawing/2014/main" id="{AA1F4313-D710-7A3E-7A8F-EB77DEE3C1A7}"/>
              </a:ext>
            </a:extLst>
          </p:cNvPr>
          <p:cNvSpPr>
            <a:spLocks noGrp="1"/>
          </p:cNvSpPr>
          <p:nvPr>
            <p:ph type="ftr" sz="quarter" idx="5"/>
          </p:nvPr>
        </p:nvSpPr>
        <p:spPr/>
        <p:txBody>
          <a:bodyPr/>
          <a:lstStyle/>
          <a:p>
            <a:pPr marL="12700">
              <a:spcBef>
                <a:spcPts val="15"/>
              </a:spcBef>
            </a:pPr>
            <a:r>
              <a:rPr lang="es-ES" spc="-5"/>
              <a:t>LAB 2.0. COUPLERS</a:t>
            </a:r>
          </a:p>
        </p:txBody>
      </p:sp>
      <mc:AlternateContent xmlns:mc="http://schemas.openxmlformats.org/markup-compatibility/2006" xmlns:a14="http://schemas.microsoft.com/office/drawing/2010/main">
        <mc:Choice Requires="a14">
          <p:sp>
            <p:nvSpPr>
              <p:cNvPr id="4" name="Marcador de texto 2">
                <a:extLst>
                  <a:ext uri="{FF2B5EF4-FFF2-40B4-BE49-F238E27FC236}">
                    <a16:creationId xmlns:a16="http://schemas.microsoft.com/office/drawing/2014/main" id="{D838A93A-BFC8-0124-93CE-FDC193435A0C}"/>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a:t>INSTRUCTOR:</a:t>
                </a:r>
              </a:p>
              <a:p>
                <a:pPr marL="342900" indent="-342900" algn="just">
                  <a:buFont typeface="Arial" panose="020B0604020202020204" pitchFamily="34" charset="0"/>
                  <a:buChar char="•"/>
                </a:pPr>
                <a:r>
                  <a:rPr lang="en-US" sz="2000"/>
                  <a:t>Present Python and </a:t>
                </a:r>
                <a:r>
                  <a:rPr lang="en-US" sz="2000" err="1"/>
                  <a:t>GDSFactory</a:t>
                </a:r>
                <a:r>
                  <a:rPr lang="en-US" sz="2000"/>
                  <a:t> implementation of DC cross-section</a:t>
                </a:r>
              </a:p>
              <a:p>
                <a:pPr marL="342900" indent="-342900" algn="just">
                  <a:buFont typeface="Arial" panose="020B0604020202020204" pitchFamily="34" charset="0"/>
                  <a:buChar char="•"/>
                </a:pPr>
                <a:r>
                  <a:rPr lang="en-US" sz="2000"/>
                  <a:t>Describe how to obtain the length </a:t>
                </a:r>
                <a14:m>
                  <m:oMath xmlns:m="http://schemas.openxmlformats.org/officeDocument/2006/math">
                    <m:sSub>
                      <m:sSubPr>
                        <m:ctrlPr>
                          <a:rPr lang="es-ES" sz="2000" b="0" i="1" smtClean="0">
                            <a:latin typeface="Cambria Math" panose="02040503050406030204" pitchFamily="18" charset="0"/>
                          </a:rPr>
                        </m:ctrlPr>
                      </m:sSubPr>
                      <m:e>
                        <m:r>
                          <a:rPr lang="es-ES" sz="2000" b="0" i="1" smtClean="0">
                            <a:latin typeface="Cambria Math" panose="02040503050406030204" pitchFamily="18" charset="0"/>
                          </a:rPr>
                          <m:t>𝐿</m:t>
                        </m:r>
                      </m:e>
                      <m:sub>
                        <m:r>
                          <a:rPr lang="es-ES" sz="2000" b="0" i="1" smtClean="0">
                            <a:latin typeface="Cambria Math" panose="02040503050406030204" pitchFamily="18" charset="0"/>
                          </a:rPr>
                          <m:t>𝜋</m:t>
                        </m:r>
                      </m:sub>
                    </m:sSub>
                  </m:oMath>
                </a14:m>
                <a:endParaRPr lang="en-US" sz="2000"/>
              </a:p>
              <a:p>
                <a:pPr marL="342900" indent="-342900" algn="just">
                  <a:buFont typeface="Arial" panose="020B0604020202020204" pitchFamily="34" charset="0"/>
                  <a:buChar char="•"/>
                </a:pPr>
                <a:r>
                  <a:rPr lang="en-US" sz="2000"/>
                  <a:t>Describe the outputs.</a:t>
                </a:r>
              </a:p>
              <a:p>
                <a:pPr marL="0" indent="0" algn="just">
                  <a:buNone/>
                </a:pPr>
                <a:r>
                  <a:rPr lang="en-US" sz="2000" b="1"/>
                  <a:t>ALL EXAMPLE #2: </a:t>
                </a:r>
                <a:r>
                  <a:rPr lang="en-US" sz="2000"/>
                  <a:t>waveguide width 12 µm, gap between waveguides 0.6 µm, deep </a:t>
                </a:r>
                <a:r>
                  <a:rPr lang="en-US" sz="2000" err="1"/>
                  <a:t>wvg</a:t>
                </a:r>
                <a:r>
                  <a:rPr lang="en-US" sz="2000"/>
                  <a:t>, wavelength start and end same 1.55 µm </a:t>
                </a:r>
                <a:r>
                  <a:rPr lang="en-US" sz="2000">
                    <a:sym typeface="Wingdings" pitchFamily="2" charset="2"/>
                  </a:rPr>
                  <a:t> all ”Run”</a:t>
                </a:r>
                <a:endParaRPr lang="en-US" sz="2000"/>
              </a:p>
              <a:p>
                <a:pPr marL="0" indent="0" algn="just">
                  <a:buNone/>
                </a:pPr>
                <a:r>
                  <a:rPr lang="en-US" sz="2000" b="1"/>
                  <a:t>ALL: </a:t>
                </a:r>
                <a:r>
                  <a:rPr lang="en-US" sz="2000"/>
                  <a:t>Follow</a:t>
                </a:r>
                <a:r>
                  <a:rPr lang="en-US" sz="2000" b="1"/>
                  <a:t> </a:t>
                </a:r>
                <a:r>
                  <a:rPr lang="en-US" sz="2000"/>
                  <a:t>instructor, that will show how to 1) plot mode, 2) explore the results (neff …)</a:t>
                </a:r>
              </a:p>
              <a:p>
                <a:pPr algn="just"/>
                <a:endParaRPr lang="en-US" sz="2000" b="1" i="1" u="sng"/>
              </a:p>
              <a:p>
                <a:pPr algn="just"/>
                <a:endParaRPr lang="en-US" sz="2000" kern="0">
                  <a:solidFill>
                    <a:sysClr val="windowText" lastClr="000000"/>
                  </a:solidFill>
                </a:endParaRPr>
              </a:p>
            </p:txBody>
          </p:sp>
        </mc:Choice>
        <mc:Fallback xmlns="">
          <p:sp>
            <p:nvSpPr>
              <p:cNvPr id="4" name="Marcador de texto 2">
                <a:extLst>
                  <a:ext uri="{FF2B5EF4-FFF2-40B4-BE49-F238E27FC236}">
                    <a16:creationId xmlns:a16="http://schemas.microsoft.com/office/drawing/2014/main" id="{D838A93A-BFC8-0124-93CE-FDC193435A0C}"/>
                  </a:ext>
                </a:extLst>
              </p:cNvPr>
              <p:cNvSpPr txBox="1">
                <a:spLocks noRot="1" noChangeAspect="1" noMove="1" noResize="1" noEditPoints="1" noAdjustHandles="1" noChangeArrowheads="1" noChangeShapeType="1" noTextEdit="1"/>
              </p:cNvSpPr>
              <p:nvPr/>
            </p:nvSpPr>
            <p:spPr>
              <a:xfrm>
                <a:off x="608012" y="1295400"/>
                <a:ext cx="11048999" cy="4958137"/>
              </a:xfrm>
              <a:prstGeom prst="rect">
                <a:avLst/>
              </a:prstGeom>
              <a:blipFill>
                <a:blip r:embed="rId5"/>
                <a:stretch>
                  <a:fillRect l="-607" t="-738" r="-552"/>
                </a:stretch>
              </a:blipFill>
            </p:spPr>
            <p:txBody>
              <a:bodyPr/>
              <a:lstStyle/>
              <a:p>
                <a:r>
                  <a:rPr lang="en-US">
                    <a:noFill/>
                  </a:rPr>
                  <a:t> </a:t>
                </a:r>
              </a:p>
            </p:txBody>
          </p:sp>
        </mc:Fallback>
      </mc:AlternateContent>
      <p:sp>
        <p:nvSpPr>
          <p:cNvPr id="2" name="CuadroTexto 1">
            <a:extLst>
              <a:ext uri="{FF2B5EF4-FFF2-40B4-BE49-F238E27FC236}">
                <a16:creationId xmlns:a16="http://schemas.microsoft.com/office/drawing/2014/main" id="{FDE3A197-9508-F9F1-1FEB-FF883D78C151}"/>
              </a:ext>
            </a:extLst>
          </p:cNvPr>
          <p:cNvSpPr txBox="1"/>
          <p:nvPr/>
        </p:nvSpPr>
        <p:spPr>
          <a:xfrm>
            <a:off x="609441" y="4860334"/>
            <a:ext cx="11199971" cy="1015663"/>
          </a:xfrm>
          <a:prstGeom prst="rect">
            <a:avLst/>
          </a:prstGeom>
          <a:solidFill>
            <a:schemeClr val="bg1">
              <a:lumMod val="95000"/>
            </a:schemeClr>
          </a:solidFill>
          <a:ln w="28575">
            <a:solidFill>
              <a:srgbClr val="E0700D"/>
            </a:solidFill>
          </a:ln>
        </p:spPr>
        <p:txBody>
          <a:bodyPr wrap="square" rtlCol="0">
            <a:spAutoFit/>
          </a:bodyPr>
          <a:lstStyle/>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024515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233AA-4DB2-166C-D655-C9E4F5AFB648}"/>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670C70B-F0B7-C602-592C-66819FFB0671}"/>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spcBef>
                <a:spcPts val="100"/>
              </a:spcBef>
            </a:pPr>
            <a:r>
              <a:rPr lang="en-US" dirty="0"/>
              <a:t>LO.5.1. Cross-Section definition and simulation</a:t>
            </a:r>
            <a:br>
              <a:rPr lang="en-US" b="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18A284E6-54A0-DE56-78E2-01F31915D38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8EBC1190-C9FA-8DF6-DCE1-FE4931CE11AB}"/>
              </a:ext>
            </a:extLst>
          </p:cNvPr>
          <p:cNvSpPr>
            <a:spLocks noGrp="1"/>
          </p:cNvSpPr>
          <p:nvPr>
            <p:ph type="sldNum" sz="quarter" idx="7"/>
          </p:nvPr>
        </p:nvSpPr>
        <p:spPr/>
        <p:txBody>
          <a:bodyPr/>
          <a:lstStyle/>
          <a:p>
            <a:fld id="{B6F15528-21DE-4FAA-801E-634DDDAF4B2B}" type="slidenum">
              <a:rPr lang="es-ES" smtClean="0"/>
              <a:t>15</a:t>
            </a:fld>
            <a:endParaRPr lang="es-ES"/>
          </a:p>
        </p:txBody>
      </p:sp>
      <p:sp>
        <p:nvSpPr>
          <p:cNvPr id="3" name="Marcador de pie de página 2">
            <a:extLst>
              <a:ext uri="{FF2B5EF4-FFF2-40B4-BE49-F238E27FC236}">
                <a16:creationId xmlns:a16="http://schemas.microsoft.com/office/drawing/2014/main" id="{B425830A-949F-1FE3-25A5-E452DB36A362}"/>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DC89B74F-00E0-87B0-EE80-0451DDD29F5A}"/>
              </a:ext>
            </a:extLst>
          </p:cNvPr>
          <p:cNvSpPr txBox="1"/>
          <p:nvPr/>
        </p:nvSpPr>
        <p:spPr>
          <a:xfrm>
            <a:off x="609441" y="4860334"/>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Se </a:t>
            </a:r>
            <a:r>
              <a:rPr lang="en-US" sz="1200" dirty="0" err="1">
                <a:latin typeface="Arial" panose="020B0604020202020204" pitchFamily="34" charset="0"/>
                <a:cs typeface="Arial" panose="020B0604020202020204" pitchFamily="34" charset="0"/>
              </a:rPr>
              <a:t>observan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distintos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índices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efectivos</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distintos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existentes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MMI </a:t>
            </a:r>
            <a:r>
              <a:rPr lang="en-US" sz="1200" dirty="0" err="1">
                <a:latin typeface="Arial" panose="020B0604020202020204" pitchFamily="34" charset="0"/>
                <a:cs typeface="Arial" panose="020B0604020202020204" pitchFamily="34" charset="0"/>
              </a:rPr>
              <a:t>además</a:t>
            </a:r>
            <a:r>
              <a:rPr lang="en-US" sz="1200" dirty="0">
                <a:latin typeface="Arial" panose="020B0604020202020204" pitchFamily="34" charset="0"/>
                <a:cs typeface="Arial" panose="020B0604020202020204" pitchFamily="34" charset="0"/>
              </a:rPr>
              <a:t> de la </a:t>
            </a:r>
            <a:r>
              <a:rPr lang="en-US" sz="1200" dirty="0" err="1">
                <a:latin typeface="Arial" panose="020B0604020202020204" pitchFamily="34" charset="0"/>
                <a:cs typeface="Arial" panose="020B0604020202020204" pitchFamily="34" charset="0"/>
              </a:rPr>
              <a:t>fracción</a:t>
            </a:r>
            <a:r>
              <a:rPr lang="en-US" sz="1200" dirty="0">
                <a:latin typeface="Arial" panose="020B0604020202020204" pitchFamily="34" charset="0"/>
                <a:cs typeface="Arial" panose="020B0604020202020204" pitchFamily="34" charset="0"/>
              </a:rPr>
              <a:t> de TE de </a:t>
            </a:r>
            <a:r>
              <a:rPr lang="en-US" sz="1200" dirty="0" err="1">
                <a:latin typeface="Arial" panose="020B0604020202020204" pitchFamily="34" charset="0"/>
                <a:cs typeface="Arial" panose="020B0604020202020204" pitchFamily="34" charset="0"/>
              </a:rPr>
              <a:t>cada</a:t>
            </a:r>
            <a:r>
              <a:rPr lang="en-US" sz="1200" dirty="0">
                <a:latin typeface="Arial" panose="020B0604020202020204" pitchFamily="34" charset="0"/>
                <a:cs typeface="Arial" panose="020B0604020202020204" pitchFamily="34" charset="0"/>
              </a:rPr>
              <a:t> uno de </a:t>
            </a:r>
            <a:r>
              <a:rPr lang="en-US" sz="1200" dirty="0" err="1">
                <a:latin typeface="Arial" panose="020B0604020202020204" pitchFamily="34" charset="0"/>
                <a:cs typeface="Arial" panose="020B0604020202020204" pitchFamily="34" charset="0"/>
              </a:rPr>
              <a:t>ellos</a:t>
            </a:r>
            <a:r>
              <a:rPr lang="en-US" sz="1200" dirty="0">
                <a:latin typeface="Arial" panose="020B0604020202020204" pitchFamily="34" charset="0"/>
                <a:cs typeface="Arial" panose="020B0604020202020204" pitchFamily="34" charset="0"/>
              </a:rPr>
              <a:t>. El </a:t>
            </a:r>
            <a:r>
              <a:rPr lang="en-US" sz="1200" dirty="0" err="1">
                <a:latin typeface="Arial" panose="020B0604020202020204" pitchFamily="34" charset="0"/>
                <a:cs typeface="Arial" panose="020B0604020202020204" pitchFamily="34" charset="0"/>
              </a:rPr>
              <a:t>análisis</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realiza</a:t>
            </a:r>
            <a:r>
              <a:rPr lang="en-US" sz="1200" dirty="0">
                <a:latin typeface="Arial" panose="020B0604020202020204" pitchFamily="34" charset="0"/>
                <a:cs typeface="Arial" panose="020B0604020202020204" pitchFamily="34" charset="0"/>
              </a:rPr>
              <a:t> con lambda= 1550 nm.</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D84317F6-C283-C929-C4AB-3B4B850DBE82}"/>
              </a:ext>
            </a:extLst>
          </p:cNvPr>
          <p:cNvSpPr/>
          <p:nvPr/>
        </p:nvSpPr>
        <p:spPr>
          <a:xfrm>
            <a:off x="609441" y="947057"/>
            <a:ext cx="11199971" cy="377734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03BC56B0-22E1-F63A-8BAA-B7AC51E6635C}"/>
              </a:ext>
            </a:extLst>
          </p:cNvPr>
          <p:cNvPicPr>
            <a:picLocks noChangeAspect="1"/>
          </p:cNvPicPr>
          <p:nvPr/>
        </p:nvPicPr>
        <p:blipFill>
          <a:blip r:embed="rId4"/>
          <a:stretch>
            <a:fillRect/>
          </a:stretch>
        </p:blipFill>
        <p:spPr>
          <a:xfrm>
            <a:off x="3095896" y="1083248"/>
            <a:ext cx="6281058" cy="3507912"/>
          </a:xfrm>
          <a:prstGeom prst="rect">
            <a:avLst/>
          </a:prstGeom>
        </p:spPr>
      </p:pic>
    </p:spTree>
    <p:extLst>
      <p:ext uri="{BB962C8B-B14F-4D97-AF65-F5344CB8AC3E}">
        <p14:creationId xmlns:p14="http://schemas.microsoft.com/office/powerpoint/2010/main" val="26851423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2123D-B3E2-F9E2-1D68-518DC90D4D9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FF1A27EF-AF54-ECE0-9870-C07E08247F4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spcBef>
                <a:spcPts val="100"/>
              </a:spcBef>
            </a:pPr>
            <a:r>
              <a:rPr lang="en-US" dirty="0"/>
              <a:t>LO.5.1. Cross-Section definition and simulation</a:t>
            </a:r>
            <a:br>
              <a:rPr lang="en-US" b="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54B1FD37-673E-A9EF-7578-8D996BA3B0B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86AFD752-5D20-0323-59E2-4E4A2CD64F6A}"/>
              </a:ext>
            </a:extLst>
          </p:cNvPr>
          <p:cNvSpPr>
            <a:spLocks noGrp="1"/>
          </p:cNvSpPr>
          <p:nvPr>
            <p:ph type="sldNum" sz="quarter" idx="7"/>
          </p:nvPr>
        </p:nvSpPr>
        <p:spPr/>
        <p:txBody>
          <a:bodyPr/>
          <a:lstStyle/>
          <a:p>
            <a:fld id="{B6F15528-21DE-4FAA-801E-634DDDAF4B2B}" type="slidenum">
              <a:rPr lang="es-ES" smtClean="0"/>
              <a:t>16</a:t>
            </a:fld>
            <a:endParaRPr lang="es-ES"/>
          </a:p>
        </p:txBody>
      </p:sp>
      <p:sp>
        <p:nvSpPr>
          <p:cNvPr id="3" name="Marcador de pie de página 2">
            <a:extLst>
              <a:ext uri="{FF2B5EF4-FFF2-40B4-BE49-F238E27FC236}">
                <a16:creationId xmlns:a16="http://schemas.microsoft.com/office/drawing/2014/main" id="{C0EC55E3-F1EC-620A-140B-547AF6F28DA5}"/>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983DB7C2-5B84-C899-3A23-9329B5937B42}"/>
              </a:ext>
            </a:extLst>
          </p:cNvPr>
          <p:cNvSpPr txBox="1"/>
          <p:nvPr/>
        </p:nvSpPr>
        <p:spPr>
          <a:xfrm>
            <a:off x="609441" y="4860334"/>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Podemos </a:t>
            </a:r>
            <a:r>
              <a:rPr lang="en-US" sz="1200" dirty="0" err="1">
                <a:latin typeface="Arial" panose="020B0604020202020204" pitchFamily="34" charset="0"/>
                <a:cs typeface="Arial" panose="020B0604020202020204" pitchFamily="34" charset="0"/>
              </a:rPr>
              <a:t>observar</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distribución</a:t>
            </a:r>
            <a:r>
              <a:rPr lang="en-US" sz="1200" dirty="0">
                <a:latin typeface="Arial" panose="020B0604020202020204" pitchFamily="34" charset="0"/>
                <a:cs typeface="Arial" panose="020B0604020202020204" pitchFamily="34" charset="0"/>
              </a:rPr>
              <a:t> del campo </a:t>
            </a:r>
            <a:r>
              <a:rPr lang="en-US" sz="1200" dirty="0" err="1">
                <a:latin typeface="Arial" panose="020B0604020202020204" pitchFamily="34" charset="0"/>
                <a:cs typeface="Arial" panose="020B0604020202020204" pitchFamily="34" charset="0"/>
              </a:rPr>
              <a:t>eléctrico</a:t>
            </a:r>
            <a:r>
              <a:rPr lang="en-US" sz="1200" dirty="0">
                <a:latin typeface="Arial" panose="020B0604020202020204" pitchFamily="34" charset="0"/>
                <a:cs typeface="Arial" panose="020B0604020202020204" pitchFamily="34" charset="0"/>
              </a:rPr>
              <a:t> de 3 de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existentes</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observa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como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dos de la </a:t>
            </a:r>
            <a:r>
              <a:rPr lang="en-US" sz="1200" dirty="0" err="1">
                <a:latin typeface="Arial" panose="020B0604020202020204" pitchFamily="34" charset="0"/>
                <a:cs typeface="Arial" panose="020B0604020202020204" pitchFamily="34" charset="0"/>
              </a:rPr>
              <a:t>derecha</a:t>
            </a:r>
            <a:r>
              <a:rPr lang="en-US" sz="1200" dirty="0">
                <a:latin typeface="Arial" panose="020B0604020202020204" pitchFamily="34" charset="0"/>
                <a:cs typeface="Arial" panose="020B0604020202020204" pitchFamily="34" charset="0"/>
              </a:rPr>
              <a:t> son </a:t>
            </a:r>
            <a:r>
              <a:rPr lang="en-US" sz="1200" dirty="0" err="1">
                <a:latin typeface="Arial" panose="020B0604020202020204" pitchFamily="34" charset="0"/>
                <a:cs typeface="Arial" panose="020B0604020202020204" pitchFamily="34" charset="0"/>
              </a:rPr>
              <a:t>antisimétricos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mientras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de la </a:t>
            </a:r>
            <a:r>
              <a:rPr lang="en-US" sz="1200" dirty="0" err="1">
                <a:latin typeface="Arial" panose="020B0604020202020204" pitchFamily="34" charset="0"/>
                <a:cs typeface="Arial" panose="020B0604020202020204" pitchFamily="34" charset="0"/>
              </a:rPr>
              <a:t>izquierda</a:t>
            </a:r>
            <a:r>
              <a:rPr lang="en-US" sz="1200" dirty="0">
                <a:latin typeface="Arial" panose="020B0604020202020204" pitchFamily="34" charset="0"/>
                <a:cs typeface="Arial" panose="020B0604020202020204" pitchFamily="34" charset="0"/>
              </a:rPr>
              <a:t> es </a:t>
            </a:r>
            <a:r>
              <a:rPr lang="en-US" sz="1200" dirty="0" err="1">
                <a:latin typeface="Arial" panose="020B0604020202020204" pitchFamily="34" charset="0"/>
                <a:cs typeface="Arial" panose="020B0604020202020204" pitchFamily="34" charset="0"/>
              </a:rPr>
              <a:t>simétrico</a:t>
            </a:r>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FAA7072D-DF36-4D3E-057E-025DCCF79CDD}"/>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413D3D89-0F60-E209-461F-627231A8BCDC}"/>
              </a:ext>
            </a:extLst>
          </p:cNvPr>
          <p:cNvPicPr>
            <a:picLocks noChangeAspect="1"/>
          </p:cNvPicPr>
          <p:nvPr/>
        </p:nvPicPr>
        <p:blipFill>
          <a:blip r:embed="rId4"/>
          <a:stretch>
            <a:fillRect/>
          </a:stretch>
        </p:blipFill>
        <p:spPr>
          <a:xfrm>
            <a:off x="939286" y="1770001"/>
            <a:ext cx="3646556" cy="2602771"/>
          </a:xfrm>
          <a:prstGeom prst="rect">
            <a:avLst/>
          </a:prstGeom>
        </p:spPr>
      </p:pic>
      <p:pic>
        <p:nvPicPr>
          <p:cNvPr id="8" name="Imagen 7">
            <a:extLst>
              <a:ext uri="{FF2B5EF4-FFF2-40B4-BE49-F238E27FC236}">
                <a16:creationId xmlns:a16="http://schemas.microsoft.com/office/drawing/2014/main" id="{B45B3BE9-68BF-E839-8D6B-C86B9B63D0E6}"/>
              </a:ext>
            </a:extLst>
          </p:cNvPr>
          <p:cNvPicPr>
            <a:picLocks noChangeAspect="1"/>
          </p:cNvPicPr>
          <p:nvPr/>
        </p:nvPicPr>
        <p:blipFill>
          <a:blip r:embed="rId5"/>
          <a:stretch>
            <a:fillRect/>
          </a:stretch>
        </p:blipFill>
        <p:spPr>
          <a:xfrm>
            <a:off x="4585842" y="1855369"/>
            <a:ext cx="3598139" cy="2517404"/>
          </a:xfrm>
          <a:prstGeom prst="rect">
            <a:avLst/>
          </a:prstGeom>
        </p:spPr>
      </p:pic>
      <p:pic>
        <p:nvPicPr>
          <p:cNvPr id="10" name="Imagen 9">
            <a:extLst>
              <a:ext uri="{FF2B5EF4-FFF2-40B4-BE49-F238E27FC236}">
                <a16:creationId xmlns:a16="http://schemas.microsoft.com/office/drawing/2014/main" id="{E78E5CD9-C72D-5868-C3A9-67E70E6915D9}"/>
              </a:ext>
            </a:extLst>
          </p:cNvPr>
          <p:cNvPicPr>
            <a:picLocks noChangeAspect="1"/>
          </p:cNvPicPr>
          <p:nvPr/>
        </p:nvPicPr>
        <p:blipFill>
          <a:blip r:embed="rId6"/>
          <a:stretch>
            <a:fillRect/>
          </a:stretch>
        </p:blipFill>
        <p:spPr>
          <a:xfrm>
            <a:off x="8183981" y="1855369"/>
            <a:ext cx="3598139" cy="2517403"/>
          </a:xfrm>
          <a:prstGeom prst="rect">
            <a:avLst/>
          </a:prstGeom>
        </p:spPr>
      </p:pic>
    </p:spTree>
    <p:extLst>
      <p:ext uri="{BB962C8B-B14F-4D97-AF65-F5344CB8AC3E}">
        <p14:creationId xmlns:p14="http://schemas.microsoft.com/office/powerpoint/2010/main" val="19291990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F7C0E-2677-BADF-D636-6F9B71E665F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2B8D44BF-A3B5-6BED-C39C-FA8260E83536}"/>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#6 – 6.1 2x2 Multimode Interference Coupler </a:t>
            </a:r>
            <a:br>
              <a:rPr lang="en-US" sz="2500"/>
            </a:br>
            <a:r>
              <a:rPr lang="en-US" b="0"/>
              <a:t>Wavelength 1.55 µm, </a:t>
            </a:r>
            <a:r>
              <a:rPr lang="en-US" b="0" err="1"/>
              <a:t>wMMI</a:t>
            </a:r>
            <a:r>
              <a:rPr lang="en-US" b="0"/>
              <a:t> = 6.6 µm</a:t>
            </a:r>
            <a:endParaRPr lang="en-US" sz="2500" b="0">
              <a:latin typeface="+mj-lt"/>
              <a:cs typeface="Lucida Sans"/>
            </a:endParaRPr>
          </a:p>
        </p:txBody>
      </p:sp>
      <p:pic>
        <p:nvPicPr>
          <p:cNvPr id="83" name="Gráfico 82">
            <a:extLst>
              <a:ext uri="{FF2B5EF4-FFF2-40B4-BE49-F238E27FC236}">
                <a16:creationId xmlns:a16="http://schemas.microsoft.com/office/drawing/2014/main" id="{5DFCF1AD-6B06-F914-AC0B-80F0ED838E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A656CCE-66E0-EAE0-5C63-DF1315DF6299}"/>
              </a:ext>
            </a:extLst>
          </p:cNvPr>
          <p:cNvSpPr>
            <a:spLocks noGrp="1"/>
          </p:cNvSpPr>
          <p:nvPr>
            <p:ph type="sldNum" sz="quarter" idx="7"/>
          </p:nvPr>
        </p:nvSpPr>
        <p:spPr/>
        <p:txBody>
          <a:bodyPr/>
          <a:lstStyle/>
          <a:p>
            <a:fld id="{B6F15528-21DE-4FAA-801E-634DDDAF4B2B}" type="slidenum">
              <a:rPr lang="es-ES" smtClean="0"/>
              <a:t>17</a:t>
            </a:fld>
            <a:endParaRPr lang="es-ES"/>
          </a:p>
        </p:txBody>
      </p:sp>
      <p:sp>
        <p:nvSpPr>
          <p:cNvPr id="3" name="Marcador de pie de página 2">
            <a:extLst>
              <a:ext uri="{FF2B5EF4-FFF2-40B4-BE49-F238E27FC236}">
                <a16:creationId xmlns:a16="http://schemas.microsoft.com/office/drawing/2014/main" id="{D3AB6581-C493-80EB-A67F-5289454DAA28}"/>
              </a:ext>
            </a:extLst>
          </p:cNvPr>
          <p:cNvSpPr>
            <a:spLocks noGrp="1"/>
          </p:cNvSpPr>
          <p:nvPr>
            <p:ph type="ftr" sz="quarter" idx="5"/>
          </p:nvPr>
        </p:nvSpPr>
        <p:spPr/>
        <p:txBody>
          <a:bodyPr/>
          <a:lstStyle/>
          <a:p>
            <a:pPr marL="12700">
              <a:spcBef>
                <a:spcPts val="15"/>
              </a:spcBef>
            </a:pPr>
            <a:r>
              <a:rPr lang="es-ES" spc="-5"/>
              <a:t>LAB 2.0. COUPLERS</a:t>
            </a:r>
          </a:p>
        </p:txBody>
      </p:sp>
      <mc:AlternateContent xmlns:mc="http://schemas.openxmlformats.org/markup-compatibility/2006">
        <mc:Choice xmlns:a14="http://schemas.microsoft.com/office/drawing/2010/main" Requires="a14">
          <p:sp>
            <p:nvSpPr>
              <p:cNvPr id="2" name="CuadroTexto 1">
                <a:extLst>
                  <a:ext uri="{FF2B5EF4-FFF2-40B4-BE49-F238E27FC236}">
                    <a16:creationId xmlns:a16="http://schemas.microsoft.com/office/drawing/2014/main" id="{B5029729-ADF3-3B30-4FF9-83BE1DB82BD7}"/>
                  </a:ext>
                </a:extLst>
              </p:cNvPr>
              <p:cNvSpPr txBox="1"/>
              <p:nvPr/>
            </p:nvSpPr>
            <p:spPr>
              <a:xfrm>
                <a:off x="609441" y="4819471"/>
                <a:ext cx="11199971" cy="1470980"/>
              </a:xfrm>
              <a:prstGeom prst="rect">
                <a:avLst/>
              </a:prstGeom>
              <a:solidFill>
                <a:schemeClr val="bg1">
                  <a:lumMod val="95000"/>
                </a:schemeClr>
              </a:solidFill>
              <a:ln w="28575">
                <a:solidFill>
                  <a:srgbClr val="E0700D"/>
                </a:solidFill>
              </a:ln>
            </p:spPr>
            <p:txBody>
              <a:bodyPr wrap="square" rtlCol="0">
                <a:spAutoFit/>
              </a:bodyPr>
              <a:lstStyle/>
              <a:p>
                <a:r>
                  <a:rPr lang="es-ES" sz="1200" dirty="0">
                    <a:latin typeface="Arial" panose="020B0604020202020204" pitchFamily="34" charset="0"/>
                    <a:cs typeface="Arial" panose="020B0604020202020204" pitchFamily="34" charset="0"/>
                  </a:rPr>
                  <a:t>Para obtener un reparto lo más equilibrado posible en las salidas (idealmente [0.5, 0.5]), es necesario ajustar la longitud del acoplador MMI de manera que el patrón de interferencia generado en su interior, debido a las reflexiones en las paredes, coincida adecuadamente en la salida. En particular, se busca que la energía quede distribuida en dos máximos bien definidos.</a:t>
                </a:r>
              </a:p>
              <a:p>
                <a:r>
                  <a:rPr lang="es-ES" sz="1200" dirty="0">
                    <a:latin typeface="Arial" panose="020B0604020202020204" pitchFamily="34" charset="0"/>
                    <a:cs typeface="Arial" panose="020B0604020202020204" pitchFamily="34" charset="0"/>
                  </a:rPr>
                  <a:t>Dado que se trata de un acoplador tipo </a:t>
                </a:r>
                <a:r>
                  <a:rPr lang="es-ES" sz="1200" i="1" dirty="0" err="1">
                    <a:latin typeface="Arial" panose="020B0604020202020204" pitchFamily="34" charset="0"/>
                    <a:cs typeface="Arial" panose="020B0604020202020204" pitchFamily="34" charset="0"/>
                  </a:rPr>
                  <a:t>paired</a:t>
                </a:r>
                <a:r>
                  <a:rPr lang="es-ES" sz="1200" dirty="0">
                    <a:latin typeface="Arial" panose="020B0604020202020204" pitchFamily="34" charset="0"/>
                    <a:cs typeface="Arial" panose="020B0604020202020204" pitchFamily="34" charset="0"/>
                  </a:rPr>
                  <a:t>, la primera longitud de autoimagen en la que la señal se divide en dos partes iguales corresponde a </a:t>
                </a:r>
                <a14:m>
                  <m:oMath xmlns:m="http://schemas.openxmlformats.org/officeDocument/2006/math">
                    <m:sSub>
                      <m:sSubPr>
                        <m:ctrlPr>
                          <a:rPr lang="ar-AE"/>
                        </m:ctrlPr>
                      </m:sSubPr>
                      <m:e>
                        <m:r>
                          <a:rPr lang="ar-AE" b="0" i="1" smtClean="0">
                            <a:latin typeface="Cambria Math" panose="02040503050406030204" pitchFamily="18" charset="0"/>
                          </a:rPr>
                          <m:t>𝐿</m:t>
                        </m:r>
                      </m:e>
                      <m:sub>
                        <m:r>
                          <a:rPr lang="ar-AE" b="0" i="1" smtClean="0">
                            <a:latin typeface="Cambria Math" panose="02040503050406030204" pitchFamily="18" charset="0"/>
                          </a:rPr>
                          <m:t>𝜋</m:t>
                        </m:r>
                      </m:sub>
                    </m:sSub>
                    <m:r>
                      <a:rPr lang="ar-AE" b="0" smtClean="0">
                        <a:latin typeface="Cambria Math" panose="02040503050406030204" pitchFamily="18" charset="0"/>
                      </a:rPr>
                      <m:t>/</m:t>
                    </m:r>
                    <m:r>
                      <a:rPr lang="ar-AE" b="0" i="1" smtClean="0">
                        <a:latin typeface="Cambria Math" panose="02040503050406030204" pitchFamily="18" charset="0"/>
                      </a:rPr>
                      <m:t>2</m:t>
                    </m:r>
                  </m:oMath>
                </a14:m>
                <a:r>
                  <a:rPr lang="ar-AE" sz="1200" dirty="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mc:Choice>
        <mc:Fallback>
          <p:sp>
            <p:nvSpPr>
              <p:cNvPr id="2" name="CuadroTexto 1">
                <a:extLst>
                  <a:ext uri="{FF2B5EF4-FFF2-40B4-BE49-F238E27FC236}">
                    <a16:creationId xmlns:a16="http://schemas.microsoft.com/office/drawing/2014/main" id="{B5029729-ADF3-3B30-4FF9-83BE1DB82BD7}"/>
                  </a:ext>
                </a:extLst>
              </p:cNvPr>
              <p:cNvSpPr txBox="1">
                <a:spLocks noRot="1" noChangeAspect="1" noMove="1" noResize="1" noEditPoints="1" noAdjustHandles="1" noChangeArrowheads="1" noChangeShapeType="1" noTextEdit="1"/>
              </p:cNvSpPr>
              <p:nvPr/>
            </p:nvSpPr>
            <p:spPr>
              <a:xfrm>
                <a:off x="609441" y="4819471"/>
                <a:ext cx="11199971" cy="1470980"/>
              </a:xfrm>
              <a:prstGeom prst="rect">
                <a:avLst/>
              </a:prstGeom>
              <a:blipFill>
                <a:blip r:embed="rId4"/>
                <a:stretch>
                  <a:fillRect/>
                </a:stretch>
              </a:blipFill>
              <a:ln w="28575">
                <a:solidFill>
                  <a:srgbClr val="E0700D"/>
                </a:solidFill>
              </a:ln>
            </p:spPr>
            <p:txBody>
              <a:bodyPr/>
              <a:lstStyle/>
              <a:p>
                <a:r>
                  <a:rPr lang="es-ES">
                    <a:noFill/>
                  </a:rPr>
                  <a:t> </a:t>
                </a:r>
              </a:p>
            </p:txBody>
          </p:sp>
        </mc:Fallback>
      </mc:AlternateContent>
      <p:sp>
        <p:nvSpPr>
          <p:cNvPr id="7" name="Rectángulo 6">
            <a:extLst>
              <a:ext uri="{FF2B5EF4-FFF2-40B4-BE49-F238E27FC236}">
                <a16:creationId xmlns:a16="http://schemas.microsoft.com/office/drawing/2014/main" id="{98DE5FDA-4E91-E843-E84A-1467BFAA9986}"/>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Imagen 8">
            <a:extLst>
              <a:ext uri="{FF2B5EF4-FFF2-40B4-BE49-F238E27FC236}">
                <a16:creationId xmlns:a16="http://schemas.microsoft.com/office/drawing/2014/main" id="{2D8FE6D3-5FB2-369F-2E90-DD87E0C780BD}"/>
              </a:ext>
            </a:extLst>
          </p:cNvPr>
          <p:cNvPicPr>
            <a:picLocks noChangeAspect="1"/>
          </p:cNvPicPr>
          <p:nvPr/>
        </p:nvPicPr>
        <p:blipFill>
          <a:blip r:embed="rId5"/>
          <a:stretch>
            <a:fillRect/>
          </a:stretch>
        </p:blipFill>
        <p:spPr>
          <a:xfrm>
            <a:off x="1010330" y="1920861"/>
            <a:ext cx="5381625" cy="2219325"/>
          </a:xfrm>
          <a:prstGeom prst="rect">
            <a:avLst/>
          </a:prstGeom>
        </p:spPr>
      </p:pic>
      <p:pic>
        <p:nvPicPr>
          <p:cNvPr id="11" name="Imagen 10">
            <a:extLst>
              <a:ext uri="{FF2B5EF4-FFF2-40B4-BE49-F238E27FC236}">
                <a16:creationId xmlns:a16="http://schemas.microsoft.com/office/drawing/2014/main" id="{817D760C-1509-B673-0811-7C1F823D31BF}"/>
              </a:ext>
            </a:extLst>
          </p:cNvPr>
          <p:cNvPicPr>
            <a:picLocks noChangeAspect="1"/>
          </p:cNvPicPr>
          <p:nvPr/>
        </p:nvPicPr>
        <p:blipFill>
          <a:blip r:embed="rId6"/>
          <a:stretch>
            <a:fillRect/>
          </a:stretch>
        </p:blipFill>
        <p:spPr>
          <a:xfrm>
            <a:off x="6852638" y="1698348"/>
            <a:ext cx="4496091" cy="2664350"/>
          </a:xfrm>
          <a:prstGeom prst="rect">
            <a:avLst/>
          </a:prstGeom>
        </p:spPr>
      </p:pic>
    </p:spTree>
    <p:extLst>
      <p:ext uri="{BB962C8B-B14F-4D97-AF65-F5344CB8AC3E}">
        <p14:creationId xmlns:p14="http://schemas.microsoft.com/office/powerpoint/2010/main" val="28156794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11DBE-A482-7036-60B2-70B7E2318F46}"/>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C096193E-AB86-E3CD-BDAC-0F9156C1A3F0}"/>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#6.2 – 2x2 Multimode Interference Coupler - Optimization</a:t>
            </a:r>
            <a:br>
              <a:rPr lang="en-US" sz="2500"/>
            </a:br>
            <a:r>
              <a:rPr lang="en-US" b="0"/>
              <a:t>Wavelength 1.55 µm, </a:t>
            </a:r>
            <a:r>
              <a:rPr lang="en-US" b="0" err="1"/>
              <a:t>wMMI</a:t>
            </a:r>
            <a:r>
              <a:rPr lang="en-US" b="0"/>
              <a:t> = 6.6 µm</a:t>
            </a:r>
            <a:endParaRPr lang="en-US" sz="2500" b="0">
              <a:latin typeface="+mj-lt"/>
              <a:cs typeface="Lucida Sans"/>
            </a:endParaRPr>
          </a:p>
        </p:txBody>
      </p:sp>
      <p:pic>
        <p:nvPicPr>
          <p:cNvPr id="83" name="Gráfico 82">
            <a:extLst>
              <a:ext uri="{FF2B5EF4-FFF2-40B4-BE49-F238E27FC236}">
                <a16:creationId xmlns:a16="http://schemas.microsoft.com/office/drawing/2014/main" id="{2D17DCD6-D851-E62D-D95C-A9F9954602D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891046F-11DC-B7FC-54F7-9583E688DC0E}"/>
              </a:ext>
            </a:extLst>
          </p:cNvPr>
          <p:cNvSpPr>
            <a:spLocks noGrp="1"/>
          </p:cNvSpPr>
          <p:nvPr>
            <p:ph type="sldNum" sz="quarter" idx="7"/>
          </p:nvPr>
        </p:nvSpPr>
        <p:spPr/>
        <p:txBody>
          <a:bodyPr/>
          <a:lstStyle/>
          <a:p>
            <a:fld id="{B6F15528-21DE-4FAA-801E-634DDDAF4B2B}" type="slidenum">
              <a:rPr lang="es-ES" smtClean="0"/>
              <a:t>18</a:t>
            </a:fld>
            <a:endParaRPr lang="es-ES"/>
          </a:p>
        </p:txBody>
      </p:sp>
      <p:sp>
        <p:nvSpPr>
          <p:cNvPr id="3" name="Marcador de pie de página 2">
            <a:extLst>
              <a:ext uri="{FF2B5EF4-FFF2-40B4-BE49-F238E27FC236}">
                <a16:creationId xmlns:a16="http://schemas.microsoft.com/office/drawing/2014/main" id="{4C9BAA39-017F-D602-6705-A6CF44830139}"/>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43D7D9E5-DAC3-2BB8-7377-826863CBAD4E}"/>
              </a:ext>
            </a:extLst>
          </p:cNvPr>
          <p:cNvSpPr txBox="1"/>
          <p:nvPr/>
        </p:nvSpPr>
        <p:spPr>
          <a:xfrm>
            <a:off x="609441" y="4819471"/>
            <a:ext cx="11199971" cy="1200329"/>
          </a:xfrm>
          <a:prstGeom prst="rect">
            <a:avLst/>
          </a:prstGeom>
          <a:solidFill>
            <a:schemeClr val="bg1">
              <a:lumMod val="95000"/>
            </a:schemeClr>
          </a:solidFill>
          <a:ln w="28575">
            <a:solidFill>
              <a:srgbClr val="E0700D"/>
            </a:solidFill>
          </a:ln>
        </p:spPr>
        <p:txBody>
          <a:bodyPr wrap="square" rtlCol="0">
            <a:spAutoFit/>
          </a:bodyPr>
          <a:lstStyle/>
          <a:p>
            <a:r>
              <a:rPr lang="es-ES" sz="1200" dirty="0">
                <a:latin typeface="Arial" panose="020B0604020202020204" pitchFamily="34" charset="0"/>
                <a:cs typeface="Arial" panose="020B0604020202020204" pitchFamily="34" charset="0"/>
              </a:rPr>
              <a:t>Se ha optimizado tanto las pérdidas de exceso del acoplador como el reparto de potencia en las salidas. Esto se ha logrado ajustando la longitud del acoplador y la posición “</a:t>
            </a:r>
            <a:r>
              <a:rPr lang="es-ES" sz="1200" dirty="0" err="1">
                <a:latin typeface="Arial" panose="020B0604020202020204" pitchFamily="34" charset="0"/>
                <a:cs typeface="Arial" panose="020B0604020202020204" pitchFamily="34" charset="0"/>
              </a:rPr>
              <a:t>v_c_l</a:t>
            </a:r>
            <a:r>
              <a:rPr lang="es-ES" sz="1200" dirty="0">
                <a:latin typeface="Arial" panose="020B0604020202020204" pitchFamily="34" charset="0"/>
                <a:cs typeface="Arial" panose="020B0604020202020204" pitchFamily="34" charset="0"/>
              </a:rPr>
              <a:t>” en la representación de entradas y salidas, con el objetivo de favorecer la concentración de energía en los puertos de salida.</a:t>
            </a:r>
          </a:p>
          <a:p>
            <a:r>
              <a:rPr lang="es-ES" sz="1200" dirty="0">
                <a:latin typeface="Arial" panose="020B0604020202020204" pitchFamily="34" charset="0"/>
                <a:cs typeface="Arial" panose="020B0604020202020204" pitchFamily="34" charset="0"/>
              </a:rPr>
              <a:t>Como resultado, las pérdidas de exceso se han reducido de 0.4217 a 0.38, al mismo tiempo que se ha mejorado el equilibrio del reparto de potencia en las salidas.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9772491E-4FFB-FFC3-C855-72A4B15F3E73}"/>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3">
            <a:extLst>
              <a:ext uri="{FF2B5EF4-FFF2-40B4-BE49-F238E27FC236}">
                <a16:creationId xmlns:a16="http://schemas.microsoft.com/office/drawing/2014/main" id="{4843C20E-7AF7-CBD8-251E-FA9BD0501F62}"/>
              </a:ext>
            </a:extLst>
          </p:cNvPr>
          <p:cNvPicPr>
            <a:picLocks noChangeAspect="1"/>
          </p:cNvPicPr>
          <p:nvPr/>
        </p:nvPicPr>
        <p:blipFill>
          <a:blip r:embed="rId4"/>
          <a:stretch>
            <a:fillRect/>
          </a:stretch>
        </p:blipFill>
        <p:spPr>
          <a:xfrm>
            <a:off x="1021216" y="1916099"/>
            <a:ext cx="5381625" cy="2228850"/>
          </a:xfrm>
          <a:prstGeom prst="rect">
            <a:avLst/>
          </a:prstGeom>
        </p:spPr>
      </p:pic>
      <p:pic>
        <p:nvPicPr>
          <p:cNvPr id="5" name="Imagen 4">
            <a:extLst>
              <a:ext uri="{FF2B5EF4-FFF2-40B4-BE49-F238E27FC236}">
                <a16:creationId xmlns:a16="http://schemas.microsoft.com/office/drawing/2014/main" id="{B006B796-875C-F15F-3E60-C75C15439EFA}"/>
              </a:ext>
            </a:extLst>
          </p:cNvPr>
          <p:cNvPicPr>
            <a:picLocks noChangeAspect="1"/>
          </p:cNvPicPr>
          <p:nvPr/>
        </p:nvPicPr>
        <p:blipFill>
          <a:blip r:embed="rId5"/>
          <a:srcRect r="9391"/>
          <a:stretch>
            <a:fillRect/>
          </a:stretch>
        </p:blipFill>
        <p:spPr>
          <a:xfrm>
            <a:off x="6802732" y="1450461"/>
            <a:ext cx="4606789" cy="3076631"/>
          </a:xfrm>
          <a:prstGeom prst="rect">
            <a:avLst/>
          </a:prstGeom>
        </p:spPr>
      </p:pic>
    </p:spTree>
    <p:extLst>
      <p:ext uri="{BB962C8B-B14F-4D97-AF65-F5344CB8AC3E}">
        <p14:creationId xmlns:p14="http://schemas.microsoft.com/office/powerpoint/2010/main" val="26852157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A9819-E058-DC4F-FB99-88F20442D9F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E1662E38-DE72-ADF3-A38E-08ED40DCC2AD}"/>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#6.3 – 2x2 Multimode Interference Coupler – Optimization (II)</a:t>
            </a:r>
            <a:br>
              <a:rPr lang="en-US" sz="2500"/>
            </a:br>
            <a:r>
              <a:rPr lang="en-US" b="0"/>
              <a:t>Wavelength 1.55 µm, </a:t>
            </a:r>
            <a:r>
              <a:rPr lang="en-US" b="0" err="1"/>
              <a:t>wMMI</a:t>
            </a:r>
            <a:r>
              <a:rPr lang="en-US" b="0"/>
              <a:t> = 6.6 µm</a:t>
            </a:r>
            <a:endParaRPr lang="en-US" sz="2500" b="0">
              <a:latin typeface="+mj-lt"/>
              <a:cs typeface="Lucida Sans"/>
            </a:endParaRPr>
          </a:p>
        </p:txBody>
      </p:sp>
      <p:pic>
        <p:nvPicPr>
          <p:cNvPr id="83" name="Gráfico 82">
            <a:extLst>
              <a:ext uri="{FF2B5EF4-FFF2-40B4-BE49-F238E27FC236}">
                <a16:creationId xmlns:a16="http://schemas.microsoft.com/office/drawing/2014/main" id="{1CD4B005-DA76-DF7C-8A51-CA16DFD2CA3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B06F952-20FD-3223-6AB8-83339507AFE8}"/>
              </a:ext>
            </a:extLst>
          </p:cNvPr>
          <p:cNvSpPr>
            <a:spLocks noGrp="1"/>
          </p:cNvSpPr>
          <p:nvPr>
            <p:ph type="sldNum" sz="quarter" idx="7"/>
          </p:nvPr>
        </p:nvSpPr>
        <p:spPr/>
        <p:txBody>
          <a:bodyPr/>
          <a:lstStyle/>
          <a:p>
            <a:fld id="{B6F15528-21DE-4FAA-801E-634DDDAF4B2B}" type="slidenum">
              <a:rPr lang="es-ES" smtClean="0"/>
              <a:t>19</a:t>
            </a:fld>
            <a:endParaRPr lang="es-ES"/>
          </a:p>
        </p:txBody>
      </p:sp>
      <p:sp>
        <p:nvSpPr>
          <p:cNvPr id="3" name="Marcador de pie de página 2">
            <a:extLst>
              <a:ext uri="{FF2B5EF4-FFF2-40B4-BE49-F238E27FC236}">
                <a16:creationId xmlns:a16="http://schemas.microsoft.com/office/drawing/2014/main" id="{8B06152F-2A2C-A19B-581F-494FDFF33752}"/>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EF5B7948-A25A-9043-7061-DD15A9023924}"/>
              </a:ext>
            </a:extLst>
          </p:cNvPr>
          <p:cNvSpPr txBox="1"/>
          <p:nvPr/>
        </p:nvSpPr>
        <p:spPr>
          <a:xfrm>
            <a:off x="609441" y="4819471"/>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latin typeface="Arial" panose="020B0604020202020204" pitchFamily="34" charset="0"/>
                <a:cs typeface="Arial" panose="020B0604020202020204" pitchFamily="34" charset="0"/>
              </a:rPr>
              <a:t>Finalmente, se ha aumentado el ancho de las guías de onda de entrada y salida. Con ello se ha conseguido alcanzar los objetivos: tener un ratio perfecto a las salidas y unas pérdidas de exceso menores a 0.1dB (0.0997).</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u="sng"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C8036B97-F577-1F3C-3CE2-BD45F7D1FFC2}"/>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a:extLst>
              <a:ext uri="{FF2B5EF4-FFF2-40B4-BE49-F238E27FC236}">
                <a16:creationId xmlns:a16="http://schemas.microsoft.com/office/drawing/2014/main" id="{7F59F1CE-C4DE-2DD1-2331-90A34EB0A718}"/>
              </a:ext>
            </a:extLst>
          </p:cNvPr>
          <p:cNvPicPr>
            <a:picLocks noChangeAspect="1"/>
          </p:cNvPicPr>
          <p:nvPr/>
        </p:nvPicPr>
        <p:blipFill>
          <a:blip r:embed="rId4"/>
          <a:stretch>
            <a:fillRect/>
          </a:stretch>
        </p:blipFill>
        <p:spPr>
          <a:xfrm>
            <a:off x="1130072" y="1845128"/>
            <a:ext cx="5381625" cy="2209800"/>
          </a:xfrm>
          <a:prstGeom prst="rect">
            <a:avLst/>
          </a:prstGeom>
        </p:spPr>
      </p:pic>
      <p:pic>
        <p:nvPicPr>
          <p:cNvPr id="9" name="Imagen 8">
            <a:extLst>
              <a:ext uri="{FF2B5EF4-FFF2-40B4-BE49-F238E27FC236}">
                <a16:creationId xmlns:a16="http://schemas.microsoft.com/office/drawing/2014/main" id="{87AA09C7-76BE-2209-1E32-50D00CAA9C5E}"/>
              </a:ext>
            </a:extLst>
          </p:cNvPr>
          <p:cNvPicPr>
            <a:picLocks noChangeAspect="1"/>
          </p:cNvPicPr>
          <p:nvPr/>
        </p:nvPicPr>
        <p:blipFill>
          <a:blip r:embed="rId5"/>
          <a:srcRect r="20100"/>
          <a:stretch>
            <a:fillRect/>
          </a:stretch>
        </p:blipFill>
        <p:spPr>
          <a:xfrm>
            <a:off x="7189661" y="1524294"/>
            <a:ext cx="4243957" cy="3116107"/>
          </a:xfrm>
          <a:prstGeom prst="rect">
            <a:avLst/>
          </a:prstGeom>
        </p:spPr>
      </p:pic>
    </p:spTree>
    <p:extLst>
      <p:ext uri="{BB962C8B-B14F-4D97-AF65-F5344CB8AC3E}">
        <p14:creationId xmlns:p14="http://schemas.microsoft.com/office/powerpoint/2010/main" val="10237312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A1363-C83E-82B6-7BDE-AD2801F8B66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E256546-3103-104D-A87F-78AEBE5D595E}"/>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#7 – 1x4 Multimode Interference Coupler </a:t>
            </a:r>
            <a:br>
              <a:rPr lang="en-US" sz="2500"/>
            </a:br>
            <a:r>
              <a:rPr lang="en-US" b="0"/>
              <a:t>Wavelength 1.55 µm, </a:t>
            </a:r>
            <a:r>
              <a:rPr lang="en-US" b="0" err="1"/>
              <a:t>wMMI</a:t>
            </a:r>
            <a:r>
              <a:rPr lang="en-US" b="0"/>
              <a:t> = ? µm</a:t>
            </a:r>
            <a:endParaRPr lang="en-US" sz="2500" b="0">
              <a:latin typeface="+mj-lt"/>
              <a:cs typeface="Lucida Sans"/>
            </a:endParaRPr>
          </a:p>
        </p:txBody>
      </p:sp>
      <p:pic>
        <p:nvPicPr>
          <p:cNvPr id="83" name="Gráfico 82">
            <a:extLst>
              <a:ext uri="{FF2B5EF4-FFF2-40B4-BE49-F238E27FC236}">
                <a16:creationId xmlns:a16="http://schemas.microsoft.com/office/drawing/2014/main" id="{4BFCA3D8-29F6-7091-7099-77888A9F863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2E75535-0FBC-4C5F-9AC5-7008914FCF56}"/>
              </a:ext>
            </a:extLst>
          </p:cNvPr>
          <p:cNvSpPr>
            <a:spLocks noGrp="1"/>
          </p:cNvSpPr>
          <p:nvPr>
            <p:ph type="sldNum" sz="quarter" idx="7"/>
          </p:nvPr>
        </p:nvSpPr>
        <p:spPr/>
        <p:txBody>
          <a:bodyPr/>
          <a:lstStyle/>
          <a:p>
            <a:fld id="{B6F15528-21DE-4FAA-801E-634DDDAF4B2B}" type="slidenum">
              <a:rPr lang="es-ES" smtClean="0"/>
              <a:t>20</a:t>
            </a:fld>
            <a:endParaRPr lang="es-ES"/>
          </a:p>
        </p:txBody>
      </p:sp>
      <p:sp>
        <p:nvSpPr>
          <p:cNvPr id="3" name="Marcador de pie de página 2">
            <a:extLst>
              <a:ext uri="{FF2B5EF4-FFF2-40B4-BE49-F238E27FC236}">
                <a16:creationId xmlns:a16="http://schemas.microsoft.com/office/drawing/2014/main" id="{07AC2AFF-A7D9-EBCD-7C5A-6CDF61B69366}"/>
              </a:ext>
            </a:extLst>
          </p:cNvPr>
          <p:cNvSpPr>
            <a:spLocks noGrp="1"/>
          </p:cNvSpPr>
          <p:nvPr>
            <p:ph type="ftr" sz="quarter" idx="5"/>
          </p:nvPr>
        </p:nvSpPr>
        <p:spPr/>
        <p:txBody>
          <a:bodyPr/>
          <a:lstStyle/>
          <a:p>
            <a:pPr marL="12700">
              <a:spcBef>
                <a:spcPts val="15"/>
              </a:spcBef>
            </a:pPr>
            <a:r>
              <a:rPr lang="es-ES" spc="-5"/>
              <a:t>LAB 2.0. COUPLERS</a:t>
            </a:r>
          </a:p>
        </p:txBody>
      </p:sp>
      <mc:AlternateContent xmlns:mc="http://schemas.openxmlformats.org/markup-compatibility/2006">
        <mc:Choice xmlns:a14="http://schemas.microsoft.com/office/drawing/2010/main" Requires="a14">
          <p:sp>
            <p:nvSpPr>
              <p:cNvPr id="2" name="CuadroTexto 1">
                <a:extLst>
                  <a:ext uri="{FF2B5EF4-FFF2-40B4-BE49-F238E27FC236}">
                    <a16:creationId xmlns:a16="http://schemas.microsoft.com/office/drawing/2014/main" id="{42D73A2E-0E5A-8A39-6B70-F9E94D6DBB70}"/>
                  </a:ext>
                </a:extLst>
              </p:cNvPr>
              <p:cNvSpPr txBox="1"/>
              <p:nvPr/>
            </p:nvSpPr>
            <p:spPr>
              <a:xfrm>
                <a:off x="609441" y="4819471"/>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latin typeface="Arial" panose="020B0604020202020204" pitchFamily="34" charset="0"/>
                    <a:cs typeface="Arial" panose="020B0604020202020204" pitchFamily="34" charset="0"/>
                  </a:rPr>
                  <a:t>En este caso se ha seguido el mismo procedimiento de diseño para un acoplador MMI 1×4 simétrico. En este tipo de estructura, la señal se reparte idealmente entre cuatro salidas de forma uniforme, y la primera longitud de autoimagen correspondiente a esta división es </a:t>
                </a:r>
                <a14:m>
                  <m:oMath xmlns:m="http://schemas.openxmlformats.org/officeDocument/2006/math">
                    <m:d>
                      <m:dPr>
                        <m:ctrlPr>
                          <a:rPr lang="ar-AE" sz="1200"/>
                        </m:ctrlPr>
                      </m:dPr>
                      <m:e>
                        <m:r>
                          <a:rPr lang="ar-AE" sz="1200"/>
                          <m:t>3</m:t>
                        </m:r>
                        <m:r>
                          <a:rPr lang="ar-AE" sz="1200"/>
                          <m:t>/</m:t>
                        </m:r>
                        <m:r>
                          <a:rPr lang="ar-AE" sz="1200"/>
                          <m:t>4</m:t>
                        </m:r>
                      </m:e>
                    </m:d>
                    <m:r>
                      <m:rPr>
                        <m:nor/>
                      </m:rPr>
                      <a:rPr lang="ar-AE" sz="1200" i="1">
                        <a:latin typeface="Arial" panose="020B0604020202020204" pitchFamily="34" charset="0"/>
                        <a:cs typeface="Arial" panose="020B0604020202020204" pitchFamily="34" charset="0"/>
                      </a:rPr>
                      <m:t> </m:t>
                    </m:r>
                    <m:sSub>
                      <m:sSubPr>
                        <m:ctrlPr>
                          <a:rPr lang="ar-AE" sz="1200" i="1"/>
                        </m:ctrlPr>
                      </m:sSubPr>
                      <m:e>
                        <m:r>
                          <a:rPr lang="ar-AE" sz="1200" i="1"/>
                          <m:t>𝐿</m:t>
                        </m:r>
                      </m:e>
                      <m:sub>
                        <m:r>
                          <a:rPr lang="ar-AE" sz="1200" i="1"/>
                          <m:t>𝜋</m:t>
                        </m:r>
                      </m:sub>
                    </m:sSub>
                  </m:oMath>
                </a14:m>
                <a:r>
                  <a:rPr lang="ar-AE" sz="1200" dirty="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mc:Choice>
        <mc:Fallback>
          <p:sp>
            <p:nvSpPr>
              <p:cNvPr id="2" name="CuadroTexto 1">
                <a:extLst>
                  <a:ext uri="{FF2B5EF4-FFF2-40B4-BE49-F238E27FC236}">
                    <a16:creationId xmlns:a16="http://schemas.microsoft.com/office/drawing/2014/main" id="{42D73A2E-0E5A-8A39-6B70-F9E94D6DBB70}"/>
                  </a:ext>
                </a:extLst>
              </p:cNvPr>
              <p:cNvSpPr txBox="1">
                <a:spLocks noRot="1" noChangeAspect="1" noMove="1" noResize="1" noEditPoints="1" noAdjustHandles="1" noChangeArrowheads="1" noChangeShapeType="1" noTextEdit="1"/>
              </p:cNvSpPr>
              <p:nvPr/>
            </p:nvSpPr>
            <p:spPr>
              <a:xfrm>
                <a:off x="609441" y="4819471"/>
                <a:ext cx="11199971" cy="1200329"/>
              </a:xfrm>
              <a:prstGeom prst="rect">
                <a:avLst/>
              </a:prstGeom>
              <a:blipFill>
                <a:blip r:embed="rId4"/>
                <a:stretch>
                  <a:fillRect/>
                </a:stretch>
              </a:blipFill>
              <a:ln w="28575">
                <a:solidFill>
                  <a:srgbClr val="E0700D"/>
                </a:solidFill>
              </a:ln>
            </p:spPr>
            <p:txBody>
              <a:bodyPr/>
              <a:lstStyle/>
              <a:p>
                <a:r>
                  <a:rPr lang="es-ES">
                    <a:noFill/>
                  </a:rPr>
                  <a:t> </a:t>
                </a:r>
              </a:p>
            </p:txBody>
          </p:sp>
        </mc:Fallback>
      </mc:AlternateContent>
      <p:sp>
        <p:nvSpPr>
          <p:cNvPr id="7" name="Rectángulo 6">
            <a:extLst>
              <a:ext uri="{FF2B5EF4-FFF2-40B4-BE49-F238E27FC236}">
                <a16:creationId xmlns:a16="http://schemas.microsoft.com/office/drawing/2014/main" id="{AFB86587-21D4-5A33-7D00-DDF170C919BA}"/>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55C9BD27-330C-A9BE-816F-FD563167D0B3}"/>
              </a:ext>
            </a:extLst>
          </p:cNvPr>
          <p:cNvPicPr>
            <a:picLocks noChangeAspect="1"/>
          </p:cNvPicPr>
          <p:nvPr/>
        </p:nvPicPr>
        <p:blipFill>
          <a:blip r:embed="rId5"/>
          <a:stretch>
            <a:fillRect/>
          </a:stretch>
        </p:blipFill>
        <p:spPr>
          <a:xfrm>
            <a:off x="844122" y="1762038"/>
            <a:ext cx="5467350" cy="2514600"/>
          </a:xfrm>
          <a:prstGeom prst="rect">
            <a:avLst/>
          </a:prstGeom>
        </p:spPr>
      </p:pic>
      <p:pic>
        <p:nvPicPr>
          <p:cNvPr id="9" name="Imagen 8">
            <a:extLst>
              <a:ext uri="{FF2B5EF4-FFF2-40B4-BE49-F238E27FC236}">
                <a16:creationId xmlns:a16="http://schemas.microsoft.com/office/drawing/2014/main" id="{9FD01848-1C2B-1ED5-121B-BE3161718ACF}"/>
              </a:ext>
            </a:extLst>
          </p:cNvPr>
          <p:cNvPicPr>
            <a:picLocks noChangeAspect="1"/>
          </p:cNvPicPr>
          <p:nvPr/>
        </p:nvPicPr>
        <p:blipFill>
          <a:blip r:embed="rId6"/>
          <a:stretch>
            <a:fillRect/>
          </a:stretch>
        </p:blipFill>
        <p:spPr>
          <a:xfrm>
            <a:off x="6428812" y="1656463"/>
            <a:ext cx="5263260" cy="2725751"/>
          </a:xfrm>
          <a:prstGeom prst="rect">
            <a:avLst/>
          </a:prstGeom>
        </p:spPr>
      </p:pic>
    </p:spTree>
    <p:extLst>
      <p:ext uri="{BB962C8B-B14F-4D97-AF65-F5344CB8AC3E}">
        <p14:creationId xmlns:p14="http://schemas.microsoft.com/office/powerpoint/2010/main" val="6998643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1090042"/>
          </a:xfrm>
          <a:prstGeom prst="rect">
            <a:avLst/>
          </a:prstGeom>
        </p:spPr>
        <p:txBody>
          <a:bodyPr vert="horz" wrap="square" lIns="0" tIns="12700" rIns="0" bIns="0" rtlCol="0">
            <a:spAutoFit/>
          </a:bodyPr>
          <a:lstStyle/>
          <a:p>
            <a:pPr marL="12700">
              <a:lnSpc>
                <a:spcPct val="100000"/>
              </a:lnSpc>
              <a:spcBef>
                <a:spcPts val="100"/>
              </a:spcBef>
            </a:pPr>
            <a:r>
              <a:rPr lang="en-US" sz="2500"/>
              <a:t>Extra #1 – Directional coupler gap dependence</a:t>
            </a:r>
            <a:br>
              <a:rPr lang="en-US" sz="2500"/>
            </a:br>
            <a:r>
              <a:rPr lang="en-US" b="0"/>
              <a:t>Wavelength 1.55 µm, width 1.0 µm, </a:t>
            </a:r>
            <a:r>
              <a:rPr lang="en-US"/>
              <a:t>gap 0.2-2.4 µm </a:t>
            </a:r>
            <a:r>
              <a:rPr lang="en-US" b="0"/>
              <a:t>(step 0.2 µm)</a:t>
            </a:r>
            <a:br>
              <a:rPr lang="es-ES" sz="2500" spc="-5">
                <a:latin typeface="+mj-lt"/>
                <a:cs typeface="Lucida Sans"/>
              </a:rPr>
            </a:br>
            <a:endParaRPr sz="2500" b="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21</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2.0. COUPLERS</a:t>
            </a:r>
          </a:p>
        </p:txBody>
      </p:sp>
      <mc:AlternateContent xmlns:mc="http://schemas.openxmlformats.org/markup-compatibility/2006">
        <mc:Choice xmlns:a14="http://schemas.microsoft.com/office/drawing/2010/main" Requires="a14">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1015663"/>
              </a:xfrm>
              <a:prstGeom prst="rect">
                <a:avLst/>
              </a:prstGeom>
              <a:solidFill>
                <a:schemeClr val="bg1">
                  <a:lumMod val="95000"/>
                </a:schemeClr>
              </a:solidFill>
              <a:ln w="28575">
                <a:solidFill>
                  <a:srgbClr val="E0700D"/>
                </a:solidFill>
              </a:ln>
            </p:spPr>
            <p:txBody>
              <a:bodyPr wrap="square" rtlCol="0">
                <a:spAutoFit/>
              </a:bodyPr>
              <a:lstStyle/>
              <a:p>
                <a:r>
                  <a:rPr lang="es-ES" sz="1200" dirty="0">
                    <a:latin typeface="Arial" panose="020B0604020202020204" pitchFamily="34" charset="0"/>
                    <a:cs typeface="Arial" panose="020B0604020202020204" pitchFamily="34" charset="0"/>
                  </a:rPr>
                  <a:t>Para la guía Deep  se observa que </a:t>
                </a:r>
                <a14:m>
                  <m:oMath xmlns:m="http://schemas.openxmlformats.org/officeDocument/2006/math">
                    <m:sSub>
                      <m:sSubPr>
                        <m:ctrlPr>
                          <a:rPr lang="ar-AE" sz="1200"/>
                        </m:ctrlPr>
                      </m:sSubPr>
                      <m:e>
                        <m:r>
                          <a:rPr lang="ar-AE" sz="1200" i="1"/>
                          <m:t>𝐿</m:t>
                        </m:r>
                      </m:e>
                      <m:sub>
                        <m:r>
                          <a:rPr lang="ar-AE" sz="1200" i="1"/>
                          <m:t>𝜋</m:t>
                        </m:r>
                      </m:sub>
                    </m:sSub>
                  </m:oMath>
                </a14:m>
                <a:r>
                  <a:rPr lang="es-ES" sz="1200" dirty="0">
                    <a:latin typeface="Arial" panose="020B0604020202020204" pitchFamily="34" charset="0"/>
                    <a:cs typeface="Arial" panose="020B0604020202020204" pitchFamily="34" charset="0"/>
                  </a:rPr>
                  <a:t>aumenta de forma aproximadamente exponencial con el </a:t>
                </a:r>
                <a:r>
                  <a:rPr lang="es-ES" sz="1200" i="1" dirty="0">
                    <a:latin typeface="Arial" panose="020B0604020202020204" pitchFamily="34" charset="0"/>
                    <a:cs typeface="Arial" panose="020B0604020202020204" pitchFamily="34" charset="0"/>
                  </a:rPr>
                  <a:t>gap</a:t>
                </a:r>
                <a:r>
                  <a:rPr lang="es-ES" sz="1200" dirty="0">
                    <a:latin typeface="Arial" panose="020B0604020202020204" pitchFamily="34" charset="0"/>
                    <a:cs typeface="Arial" panose="020B0604020202020204" pitchFamily="34" charset="0"/>
                  </a:rPr>
                  <a:t> en ambas polarizaciones. Sin embargo, el crecimiento es mucho más pronunciado en TE que en TM, ya que el modo TE presenta un confinamiento lateral más fuerte.</a:t>
                </a:r>
              </a:p>
              <a:p>
                <a:endParaRPr lang="es-ES" sz="1200" dirty="0">
                  <a:latin typeface="Arial" panose="020B0604020202020204" pitchFamily="34" charset="0"/>
                  <a:cs typeface="Arial" panose="020B0604020202020204" pitchFamily="34" charset="0"/>
                </a:endParaRPr>
              </a:p>
              <a:p>
                <a:r>
                  <a:rPr lang="es-ES" sz="1200" dirty="0">
                    <a:latin typeface="Arial" panose="020B0604020202020204" pitchFamily="34" charset="0"/>
                    <a:cs typeface="Arial" panose="020B0604020202020204" pitchFamily="34" charset="0"/>
                  </a:rPr>
                  <a:t>En el caso de la </a:t>
                </a:r>
                <a:r>
                  <a:rPr lang="es-ES" sz="1200" dirty="0" err="1">
                    <a:latin typeface="Arial" panose="020B0604020202020204" pitchFamily="34" charset="0"/>
                    <a:cs typeface="Arial" panose="020B0604020202020204" pitchFamily="34" charset="0"/>
                  </a:rPr>
                  <a:t>shallow</a:t>
                </a:r>
                <a:r>
                  <a:rPr lang="es-ES" sz="1200" dirty="0">
                    <a:latin typeface="Arial" panose="020B0604020202020204" pitchFamily="34" charset="0"/>
                    <a:cs typeface="Arial" panose="020B0604020202020204" pitchFamily="34" charset="0"/>
                  </a:rPr>
                  <a:t>, el comportamiento del modo TM muestra un incremento más acusado para </a:t>
                </a:r>
                <a:r>
                  <a:rPr lang="es-ES" sz="1200" i="1" dirty="0">
                    <a:latin typeface="Arial" panose="020B0604020202020204" pitchFamily="34" charset="0"/>
                    <a:cs typeface="Arial" panose="020B0604020202020204" pitchFamily="34" charset="0"/>
                  </a:rPr>
                  <a:t>gaps</a:t>
                </a:r>
                <a:r>
                  <a:rPr lang="es-ES" sz="1200" dirty="0">
                    <a:latin typeface="Arial" panose="020B0604020202020204" pitchFamily="34" charset="0"/>
                    <a:cs typeface="Arial" panose="020B0604020202020204" pitchFamily="34" charset="0"/>
                  </a:rPr>
                  <a:t> grandes, debido a su menor confinamiento vertical, lo que lo hace más sensible a la separación entre guías. Por otro lado, el modo TE se mantiene más estable.</a:t>
                </a:r>
                <a:endParaRPr lang="en-US" sz="1200" dirty="0">
                  <a:latin typeface="Arial" panose="020B0604020202020204" pitchFamily="34" charset="0"/>
                  <a:cs typeface="Arial" panose="020B0604020202020204" pitchFamily="34" charset="0"/>
                </a:endParaRPr>
              </a:p>
            </p:txBody>
          </p:sp>
        </mc:Choice>
        <mc:Fallback>
          <p:sp>
            <p:nvSpPr>
              <p:cNvPr id="2" name="CuadroTexto 1">
                <a:extLst>
                  <a:ext uri="{FF2B5EF4-FFF2-40B4-BE49-F238E27FC236}">
                    <a16:creationId xmlns:a16="http://schemas.microsoft.com/office/drawing/2014/main" id="{D0F8CF3B-B920-DBFC-F825-0C87B51EADA7}"/>
                  </a:ext>
                </a:extLst>
              </p:cNvPr>
              <p:cNvSpPr txBox="1">
                <a:spLocks noRot="1" noChangeAspect="1" noMove="1" noResize="1" noEditPoints="1" noAdjustHandles="1" noChangeArrowheads="1" noChangeShapeType="1" noTextEdit="1"/>
              </p:cNvSpPr>
              <p:nvPr/>
            </p:nvSpPr>
            <p:spPr>
              <a:xfrm>
                <a:off x="609441" y="4860334"/>
                <a:ext cx="11199971" cy="1015663"/>
              </a:xfrm>
              <a:prstGeom prst="rect">
                <a:avLst/>
              </a:prstGeom>
              <a:blipFill>
                <a:blip r:embed="rId4"/>
                <a:stretch>
                  <a:fillRect b="-1163"/>
                </a:stretch>
              </a:blipFill>
              <a:ln w="28575">
                <a:solidFill>
                  <a:srgbClr val="E0700D"/>
                </a:solidFill>
              </a:ln>
            </p:spPr>
            <p:txBody>
              <a:bodyPr/>
              <a:lstStyle/>
              <a:p>
                <a:r>
                  <a:rPr lang="es-ES">
                    <a:noFill/>
                  </a:rPr>
                  <a:t> </a:t>
                </a:r>
              </a:p>
            </p:txBody>
          </p:sp>
        </mc:Fallback>
      </mc:AlternateContent>
      <p:sp>
        <p:nvSpPr>
          <p:cNvPr id="5" name="Rectángulo 4">
            <a:extLst>
              <a:ext uri="{FF2B5EF4-FFF2-40B4-BE49-F238E27FC236}">
                <a16:creationId xmlns:a16="http://schemas.microsoft.com/office/drawing/2014/main" id="{E7488849-10A1-FB48-F511-E57B062CD7E2}"/>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68726DAB-1B5F-39D1-63A0-BB708EA6E17F}"/>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6D309BFB-98FD-0CBA-3C6A-346D8859893B}"/>
              </a:ext>
            </a:extLst>
          </p:cNvPr>
          <p:cNvSpPr txBox="1"/>
          <p:nvPr/>
        </p:nvSpPr>
        <p:spPr>
          <a:xfrm>
            <a:off x="6331152" y="4342178"/>
            <a:ext cx="2269787" cy="369332"/>
          </a:xfrm>
          <a:prstGeom prst="rect">
            <a:avLst/>
          </a:prstGeom>
          <a:noFill/>
        </p:spPr>
        <p:txBody>
          <a:bodyPr wrap="square">
            <a:spAutoFit/>
          </a:bodyPr>
          <a:lstStyle/>
          <a:p>
            <a:r>
              <a:rPr lang="en-US"/>
              <a:t>slab = 150nm</a:t>
            </a:r>
            <a:endParaRPr lang="es-ES"/>
          </a:p>
        </p:txBody>
      </p:sp>
      <p:pic>
        <p:nvPicPr>
          <p:cNvPr id="10" name="Imagen 9">
            <a:extLst>
              <a:ext uri="{FF2B5EF4-FFF2-40B4-BE49-F238E27FC236}">
                <a16:creationId xmlns:a16="http://schemas.microsoft.com/office/drawing/2014/main" id="{E044A6E7-0024-8389-74A4-3BE34D3EABE4}"/>
              </a:ext>
            </a:extLst>
          </p:cNvPr>
          <p:cNvPicPr>
            <a:picLocks noChangeAspect="1"/>
          </p:cNvPicPr>
          <p:nvPr/>
        </p:nvPicPr>
        <p:blipFill>
          <a:blip r:embed="rId5"/>
          <a:stretch>
            <a:fillRect/>
          </a:stretch>
        </p:blipFill>
        <p:spPr>
          <a:xfrm>
            <a:off x="1402536" y="1565103"/>
            <a:ext cx="3900368" cy="3000283"/>
          </a:xfrm>
          <a:prstGeom prst="rect">
            <a:avLst/>
          </a:prstGeom>
        </p:spPr>
      </p:pic>
      <p:pic>
        <p:nvPicPr>
          <p:cNvPr id="12" name="Imagen 11">
            <a:extLst>
              <a:ext uri="{FF2B5EF4-FFF2-40B4-BE49-F238E27FC236}">
                <a16:creationId xmlns:a16="http://schemas.microsoft.com/office/drawing/2014/main" id="{2E8BE4CE-A4B2-E18F-7475-F1B2929AA83C}"/>
              </a:ext>
            </a:extLst>
          </p:cNvPr>
          <p:cNvPicPr>
            <a:picLocks noChangeAspect="1"/>
          </p:cNvPicPr>
          <p:nvPr/>
        </p:nvPicPr>
        <p:blipFill>
          <a:blip r:embed="rId6"/>
          <a:srcRect b="2555"/>
          <a:stretch>
            <a:fillRect/>
          </a:stretch>
        </p:blipFill>
        <p:spPr>
          <a:xfrm>
            <a:off x="7046812" y="1509860"/>
            <a:ext cx="4243129" cy="3201650"/>
          </a:xfrm>
          <a:prstGeom prst="rect">
            <a:avLst/>
          </a:prstGeom>
        </p:spPr>
      </p:pic>
    </p:spTree>
    <p:extLst>
      <p:ext uri="{BB962C8B-B14F-4D97-AF65-F5344CB8AC3E}">
        <p14:creationId xmlns:p14="http://schemas.microsoft.com/office/powerpoint/2010/main" val="1797963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60F79-E2ED-1B1B-6289-A1259E80858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AC39480-E3E5-69B1-401F-A50C45531EF2}"/>
              </a:ext>
            </a:extLst>
          </p:cNvPr>
          <p:cNvSpPr txBox="1">
            <a:spLocks noGrp="1"/>
          </p:cNvSpPr>
          <p:nvPr>
            <p:ph type="title"/>
          </p:nvPr>
        </p:nvSpPr>
        <p:spPr>
          <a:xfrm>
            <a:off x="685800" y="408883"/>
            <a:ext cx="10994410" cy="1474763"/>
          </a:xfrm>
          <a:prstGeom prst="rect">
            <a:avLst/>
          </a:prstGeom>
        </p:spPr>
        <p:txBody>
          <a:bodyPr vert="horz" wrap="square" lIns="0" tIns="12700" rIns="0" bIns="0" rtlCol="0">
            <a:spAutoFit/>
          </a:bodyPr>
          <a:lstStyle/>
          <a:p>
            <a:pPr marL="12700">
              <a:lnSpc>
                <a:spcPct val="100000"/>
              </a:lnSpc>
              <a:spcBef>
                <a:spcPts val="100"/>
              </a:spcBef>
            </a:pPr>
            <a:r>
              <a:rPr lang="en-US" sz="2500"/>
              <a:t>Extra #2 – Directional wavelength dependence</a:t>
            </a:r>
            <a:br>
              <a:rPr lang="en-US" sz="2500"/>
            </a:br>
            <a:r>
              <a:rPr lang="en-US" b="0"/>
              <a:t>Wavelengths </a:t>
            </a:r>
            <a:r>
              <a:rPr lang="en-US"/>
              <a:t>from 1.5 to 1.7 µm</a:t>
            </a:r>
            <a:r>
              <a:rPr lang="en-US" b="0"/>
              <a:t>, gap = 0.6 µm, width 1.0 µm</a:t>
            </a:r>
            <a:br>
              <a:rPr lang="en-US" b="0"/>
            </a:br>
            <a:br>
              <a:rPr lang="es-ES" sz="2500" spc="-5">
                <a:latin typeface="+mj-lt"/>
                <a:cs typeface="Lucida Sans"/>
              </a:rPr>
            </a:br>
            <a:endParaRPr sz="2500" b="0">
              <a:latin typeface="+mj-lt"/>
              <a:cs typeface="Lucida Sans"/>
            </a:endParaRPr>
          </a:p>
        </p:txBody>
      </p:sp>
      <p:pic>
        <p:nvPicPr>
          <p:cNvPr id="83" name="Gráfico 82">
            <a:extLst>
              <a:ext uri="{FF2B5EF4-FFF2-40B4-BE49-F238E27FC236}">
                <a16:creationId xmlns:a16="http://schemas.microsoft.com/office/drawing/2014/main" id="{4BEE8680-2E49-EF52-0E73-7736679A4D7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3F99BBB-5F10-0BE4-E2DE-E78EAA82F552}"/>
              </a:ext>
            </a:extLst>
          </p:cNvPr>
          <p:cNvSpPr>
            <a:spLocks noGrp="1"/>
          </p:cNvSpPr>
          <p:nvPr>
            <p:ph type="sldNum" sz="quarter" idx="7"/>
          </p:nvPr>
        </p:nvSpPr>
        <p:spPr/>
        <p:txBody>
          <a:bodyPr/>
          <a:lstStyle/>
          <a:p>
            <a:fld id="{B6F15528-21DE-4FAA-801E-634DDDAF4B2B}" type="slidenum">
              <a:rPr lang="es-ES" smtClean="0"/>
              <a:t>22</a:t>
            </a:fld>
            <a:endParaRPr lang="es-ES"/>
          </a:p>
        </p:txBody>
      </p:sp>
      <p:sp>
        <p:nvSpPr>
          <p:cNvPr id="3" name="Marcador de pie de página 2">
            <a:extLst>
              <a:ext uri="{FF2B5EF4-FFF2-40B4-BE49-F238E27FC236}">
                <a16:creationId xmlns:a16="http://schemas.microsoft.com/office/drawing/2014/main" id="{52B2FA4B-8D15-84DC-29D1-94F9F8504763}"/>
              </a:ext>
            </a:extLst>
          </p:cNvPr>
          <p:cNvSpPr>
            <a:spLocks noGrp="1"/>
          </p:cNvSpPr>
          <p:nvPr>
            <p:ph type="ftr" sz="quarter" idx="5"/>
          </p:nvPr>
        </p:nvSpPr>
        <p:spPr/>
        <p:txBody>
          <a:bodyPr/>
          <a:lstStyle/>
          <a:p>
            <a:pPr marL="12700">
              <a:spcBef>
                <a:spcPts val="15"/>
              </a:spcBef>
            </a:pPr>
            <a:r>
              <a:rPr lang="es-ES" spc="-5"/>
              <a:t>LAB 2.0. COUPLERS</a:t>
            </a:r>
          </a:p>
        </p:txBody>
      </p:sp>
      <mc:AlternateContent xmlns:mc="http://schemas.openxmlformats.org/markup-compatibility/2006">
        <mc:Choice xmlns:a14="http://schemas.microsoft.com/office/drawing/2010/main" Requires="a14">
          <p:sp>
            <p:nvSpPr>
              <p:cNvPr id="2" name="CuadroTexto 1">
                <a:extLst>
                  <a:ext uri="{FF2B5EF4-FFF2-40B4-BE49-F238E27FC236}">
                    <a16:creationId xmlns:a16="http://schemas.microsoft.com/office/drawing/2014/main" id="{181326FD-308E-2C47-D5D2-57B3357241AA}"/>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r>
                  <a:rPr lang="es-ES" sz="1200" dirty="0">
                    <a:latin typeface="Arial" panose="020B0604020202020204" pitchFamily="34" charset="0"/>
                    <a:cs typeface="Arial" panose="020B0604020202020204" pitchFamily="34" charset="0"/>
                  </a:rPr>
                  <a:t>En la guía Deep se observa que, al aumentar la longitud de onda, disminuye la distancia necesaria para transferir completamente la energía, es decir, </a:t>
                </a:r>
                <a14:m>
                  <m:oMath xmlns:m="http://schemas.openxmlformats.org/officeDocument/2006/math">
                    <m:sSub>
                      <m:sSubPr>
                        <m:ctrlPr>
                          <a:rPr lang="ar-AE" sz="1200"/>
                        </m:ctrlPr>
                      </m:sSubPr>
                      <m:e>
                        <m:r>
                          <a:rPr lang="ar-AE" sz="1200" i="1"/>
                          <m:t>𝐿</m:t>
                        </m:r>
                      </m:e>
                      <m:sub>
                        <m:r>
                          <a:rPr lang="ar-AE" sz="1200" i="1"/>
                          <m:t>𝜋</m:t>
                        </m:r>
                      </m:sub>
                    </m:sSub>
                  </m:oMath>
                </a14:m>
                <a:r>
                  <a:rPr lang="ar-AE" sz="1200" dirty="0">
                    <a:latin typeface="Arial" panose="020B0604020202020204" pitchFamily="34" charset="0"/>
                    <a:cs typeface="Arial" panose="020B0604020202020204" pitchFamily="34" charset="0"/>
                  </a:rPr>
                  <a:t>. </a:t>
                </a:r>
                <a:r>
                  <a:rPr lang="es-ES" sz="1200" dirty="0">
                    <a:latin typeface="Arial" panose="020B0604020202020204" pitchFamily="34" charset="0"/>
                    <a:cs typeface="Arial" panose="020B0604020202020204" pitchFamily="34" charset="0"/>
                  </a:rPr>
                  <a:t>Este comportamiento se explica porque, al incrementarse la longitud de onda, el campo evanescente se extiende más, lo que favorece el acoplamiento entre guías y reduce </a:t>
                </a:r>
                <a14:m>
                  <m:oMath xmlns:m="http://schemas.openxmlformats.org/officeDocument/2006/math">
                    <m:sSub>
                      <m:sSubPr>
                        <m:ctrlPr>
                          <a:rPr lang="ar-AE" sz="1200"/>
                        </m:ctrlPr>
                      </m:sSubPr>
                      <m:e>
                        <m:r>
                          <a:rPr lang="ar-AE" sz="1200" i="1"/>
                          <m:t>𝐿</m:t>
                        </m:r>
                      </m:e>
                      <m:sub>
                        <m:r>
                          <a:rPr lang="ar-AE" sz="1200" i="1"/>
                          <m:t>𝜋</m:t>
                        </m:r>
                      </m:sub>
                    </m:sSub>
                  </m:oMath>
                </a14:m>
                <a:r>
                  <a:rPr lang="ar-AE" sz="1200" dirty="0">
                    <a:latin typeface="Arial" panose="020B0604020202020204" pitchFamily="34" charset="0"/>
                    <a:cs typeface="Arial" panose="020B0604020202020204" pitchFamily="34" charset="0"/>
                  </a:rPr>
                  <a:t>. </a:t>
                </a:r>
                <a:endParaRPr lang="es-ES" sz="1200" dirty="0">
                  <a:latin typeface="Arial" panose="020B0604020202020204" pitchFamily="34" charset="0"/>
                  <a:cs typeface="Arial" panose="020B0604020202020204" pitchFamily="34" charset="0"/>
                </a:endParaRPr>
              </a:p>
              <a:p>
                <a:r>
                  <a:rPr lang="es-ES" sz="1200" dirty="0">
                    <a:latin typeface="Arial" panose="020B0604020202020204" pitchFamily="34" charset="0"/>
                    <a:cs typeface="Arial" panose="020B0604020202020204" pitchFamily="34" charset="0"/>
                  </a:rPr>
                  <a:t>En la guía </a:t>
                </a:r>
                <a:r>
                  <a:rPr lang="es-ES" sz="1200" i="1" dirty="0" err="1">
                    <a:latin typeface="Arial" panose="020B0604020202020204" pitchFamily="34" charset="0"/>
                    <a:cs typeface="Arial" panose="020B0604020202020204" pitchFamily="34" charset="0"/>
                  </a:rPr>
                  <a:t>shallow</a:t>
                </a:r>
                <a:r>
                  <a:rPr lang="es-ES" sz="1200" dirty="0">
                    <a:latin typeface="Arial" panose="020B0604020202020204" pitchFamily="34" charset="0"/>
                    <a:cs typeface="Arial" panose="020B0604020202020204" pitchFamily="34" charset="0"/>
                  </a:rPr>
                  <a:t> el comportamiento no es exactamente el mismo. El modo TM requiere valores de </a:t>
                </a:r>
                <a14:m>
                  <m:oMath xmlns:m="http://schemas.openxmlformats.org/officeDocument/2006/math">
                    <m:sSub>
                      <m:sSubPr>
                        <m:ctrlPr>
                          <a:rPr lang="ar-AE" sz="1200"/>
                        </m:ctrlPr>
                      </m:sSubPr>
                      <m:e>
                        <m:r>
                          <a:rPr lang="ar-AE" sz="1200" i="1"/>
                          <m:t>𝐿</m:t>
                        </m:r>
                      </m:e>
                      <m:sub>
                        <m:r>
                          <a:rPr lang="ar-AE" sz="1200" i="1"/>
                          <m:t>𝜋</m:t>
                        </m:r>
                      </m:sub>
                    </m:sSub>
                  </m:oMath>
                </a14:m>
                <a:r>
                  <a:rPr lang="es-ES" sz="1200" dirty="0">
                    <a:latin typeface="Arial" panose="020B0604020202020204" pitchFamily="34" charset="0"/>
                    <a:cs typeface="Arial" panose="020B0604020202020204" pitchFamily="34" charset="0"/>
                  </a:rPr>
                  <a:t>más elevados, de manera similar a lo observado en el Extra #1, debido a su menor confinamiento vertical en este tipo de guía. Además, mientras que el modo TE presenta una variación prácticamente constante con la longitud de onda, en el caso del TM en guía </a:t>
                </a:r>
                <a:r>
                  <a:rPr lang="es-ES" sz="1200" i="1" dirty="0" err="1">
                    <a:latin typeface="Arial" panose="020B0604020202020204" pitchFamily="34" charset="0"/>
                    <a:cs typeface="Arial" panose="020B0604020202020204" pitchFamily="34" charset="0"/>
                  </a:rPr>
                  <a:t>shallow</a:t>
                </a:r>
                <a:r>
                  <a:rPr lang="es-ES" sz="1200" dirty="0">
                    <a:latin typeface="Arial" panose="020B0604020202020204" pitchFamily="34" charset="0"/>
                    <a:cs typeface="Arial" panose="020B0604020202020204" pitchFamily="34" charset="0"/>
                  </a:rPr>
                  <a:t> se aprecia que </a:t>
                </a:r>
                <a14:m>
                  <m:oMath xmlns:m="http://schemas.openxmlformats.org/officeDocument/2006/math">
                    <m:sSub>
                      <m:sSubPr>
                        <m:ctrlPr>
                          <a:rPr lang="ar-AE" sz="1200"/>
                        </m:ctrlPr>
                      </m:sSubPr>
                      <m:e>
                        <m:r>
                          <a:rPr lang="ar-AE" sz="1200" i="1"/>
                          <m:t>𝐿</m:t>
                        </m:r>
                      </m:e>
                      <m:sub>
                        <m:r>
                          <a:rPr lang="ar-AE" sz="1200" i="1"/>
                          <m:t>𝜋</m:t>
                        </m:r>
                      </m:sub>
                    </m:sSub>
                  </m:oMath>
                </a14:m>
                <a:r>
                  <a:rPr lang="es-ES" sz="1200" dirty="0">
                    <a:latin typeface="Arial" panose="020B0604020202020204" pitchFamily="34" charset="0"/>
                    <a:cs typeface="Arial" panose="020B0604020202020204" pitchFamily="34" charset="0"/>
                  </a:rPr>
                  <a:t>disminuye inicialmente y posteriormente vuelve a aumentar. </a:t>
                </a:r>
                <a:endParaRPr lang="en-US" sz="1200" dirty="0">
                  <a:latin typeface="Arial" panose="020B0604020202020204" pitchFamily="34" charset="0"/>
                  <a:cs typeface="Arial" panose="020B0604020202020204" pitchFamily="34" charset="0"/>
                </a:endParaRPr>
              </a:p>
            </p:txBody>
          </p:sp>
        </mc:Choice>
        <mc:Fallback>
          <p:sp>
            <p:nvSpPr>
              <p:cNvPr id="2" name="CuadroTexto 1">
                <a:extLst>
                  <a:ext uri="{FF2B5EF4-FFF2-40B4-BE49-F238E27FC236}">
                    <a16:creationId xmlns:a16="http://schemas.microsoft.com/office/drawing/2014/main" id="{181326FD-308E-2C47-D5D2-57B3357241AA}"/>
                  </a:ext>
                </a:extLst>
              </p:cNvPr>
              <p:cNvSpPr txBox="1">
                <a:spLocks noRot="1" noChangeAspect="1" noMove="1" noResize="1" noEditPoints="1" noAdjustHandles="1" noChangeArrowheads="1" noChangeShapeType="1" noTextEdit="1"/>
              </p:cNvSpPr>
              <p:nvPr/>
            </p:nvSpPr>
            <p:spPr>
              <a:xfrm>
                <a:off x="609441" y="4860334"/>
                <a:ext cx="11199971" cy="1200329"/>
              </a:xfrm>
              <a:prstGeom prst="rect">
                <a:avLst/>
              </a:prstGeom>
              <a:blipFill>
                <a:blip r:embed="rId4"/>
                <a:stretch>
                  <a:fillRect b="-990"/>
                </a:stretch>
              </a:blipFill>
              <a:ln w="28575">
                <a:solidFill>
                  <a:srgbClr val="E0700D"/>
                </a:solidFill>
              </a:ln>
            </p:spPr>
            <p:txBody>
              <a:bodyPr/>
              <a:lstStyle/>
              <a:p>
                <a:r>
                  <a:rPr lang="es-ES">
                    <a:noFill/>
                  </a:rPr>
                  <a:t> </a:t>
                </a:r>
              </a:p>
            </p:txBody>
          </p:sp>
        </mc:Fallback>
      </mc:AlternateContent>
      <p:sp>
        <p:nvSpPr>
          <p:cNvPr id="5" name="Rectángulo 4">
            <a:extLst>
              <a:ext uri="{FF2B5EF4-FFF2-40B4-BE49-F238E27FC236}">
                <a16:creationId xmlns:a16="http://schemas.microsoft.com/office/drawing/2014/main" id="{B42E1AD9-10D4-8ACB-526F-2DA1DD2B9881}"/>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15ED9C7E-0684-E2B9-7FD6-9BCF17CC000A}"/>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5F16E403-DF61-C9A0-D57F-2E61BEFA8887}"/>
              </a:ext>
            </a:extLst>
          </p:cNvPr>
          <p:cNvSpPr txBox="1"/>
          <p:nvPr/>
        </p:nvSpPr>
        <p:spPr>
          <a:xfrm>
            <a:off x="6331152" y="4342178"/>
            <a:ext cx="2269787" cy="369332"/>
          </a:xfrm>
          <a:prstGeom prst="rect">
            <a:avLst/>
          </a:prstGeom>
          <a:noFill/>
        </p:spPr>
        <p:txBody>
          <a:bodyPr wrap="square">
            <a:spAutoFit/>
          </a:bodyPr>
          <a:lstStyle/>
          <a:p>
            <a:r>
              <a:rPr lang="en-US"/>
              <a:t>slab = 150nm</a:t>
            </a:r>
            <a:endParaRPr lang="es-ES"/>
          </a:p>
        </p:txBody>
      </p:sp>
      <p:pic>
        <p:nvPicPr>
          <p:cNvPr id="10" name="Imagen 9">
            <a:extLst>
              <a:ext uri="{FF2B5EF4-FFF2-40B4-BE49-F238E27FC236}">
                <a16:creationId xmlns:a16="http://schemas.microsoft.com/office/drawing/2014/main" id="{335D3BB6-6906-ADDA-BD28-71141DF7D992}"/>
              </a:ext>
            </a:extLst>
          </p:cNvPr>
          <p:cNvPicPr>
            <a:picLocks noChangeAspect="1"/>
          </p:cNvPicPr>
          <p:nvPr/>
        </p:nvPicPr>
        <p:blipFill>
          <a:blip r:embed="rId5"/>
          <a:stretch>
            <a:fillRect/>
          </a:stretch>
        </p:blipFill>
        <p:spPr>
          <a:xfrm>
            <a:off x="737494" y="1560366"/>
            <a:ext cx="5282147" cy="3080895"/>
          </a:xfrm>
          <a:prstGeom prst="rect">
            <a:avLst/>
          </a:prstGeom>
        </p:spPr>
      </p:pic>
      <p:pic>
        <p:nvPicPr>
          <p:cNvPr id="12" name="Imagen 11">
            <a:extLst>
              <a:ext uri="{FF2B5EF4-FFF2-40B4-BE49-F238E27FC236}">
                <a16:creationId xmlns:a16="http://schemas.microsoft.com/office/drawing/2014/main" id="{296526E0-F9A9-9F73-4223-B81B05D012D5}"/>
              </a:ext>
            </a:extLst>
          </p:cNvPr>
          <p:cNvPicPr>
            <a:picLocks noChangeAspect="1"/>
          </p:cNvPicPr>
          <p:nvPr/>
        </p:nvPicPr>
        <p:blipFill>
          <a:blip r:embed="rId6"/>
          <a:stretch>
            <a:fillRect/>
          </a:stretch>
        </p:blipFill>
        <p:spPr>
          <a:xfrm>
            <a:off x="6517327" y="1509890"/>
            <a:ext cx="5065232" cy="2968846"/>
          </a:xfrm>
          <a:prstGeom prst="rect">
            <a:avLst/>
          </a:prstGeom>
        </p:spPr>
      </p:pic>
    </p:spTree>
    <p:extLst>
      <p:ext uri="{BB962C8B-B14F-4D97-AF65-F5344CB8AC3E}">
        <p14:creationId xmlns:p14="http://schemas.microsoft.com/office/powerpoint/2010/main" val="8135580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Extra #3 – MMI coupler wavelength dependence</a:t>
            </a:r>
            <a:br>
              <a:rPr lang="en-US" sz="2500" spc="-5">
                <a:latin typeface="+mj-lt"/>
                <a:cs typeface="Lucida Sans"/>
              </a:rPr>
            </a:br>
            <a:r>
              <a:rPr lang="en-US" b="0"/>
              <a:t>Wavelengths from 1.5 to 1.7 µm, </a:t>
            </a:r>
            <a:r>
              <a:rPr lang="en-US" b="0" err="1"/>
              <a:t>wMMI</a:t>
            </a:r>
            <a:r>
              <a:rPr lang="en-US" b="0"/>
              <a:t> = 6.6 µm</a:t>
            </a:r>
            <a:endParaRPr lang="en-US" sz="2500" b="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23</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2.0. COUPLERS</a:t>
            </a:r>
          </a:p>
        </p:txBody>
      </p:sp>
      <mc:AlternateContent xmlns:mc="http://schemas.openxmlformats.org/markup-compatibility/2006">
        <mc:Choice xmlns:a14="http://schemas.microsoft.com/office/drawing/2010/main" Requires="a14">
          <p:sp>
            <p:nvSpPr>
              <p:cNvPr id="2" name="CuadroTexto 1">
                <a:extLst>
                  <a:ext uri="{FF2B5EF4-FFF2-40B4-BE49-F238E27FC236}">
                    <a16:creationId xmlns:a16="http://schemas.microsoft.com/office/drawing/2014/main" id="{82A62DD6-5488-72A1-9926-0CAEE59089A9}"/>
                  </a:ext>
                </a:extLst>
              </p:cNvPr>
              <p:cNvSpPr txBox="1"/>
              <p:nvPr/>
            </p:nvSpPr>
            <p:spPr>
              <a:xfrm>
                <a:off x="609441" y="4860334"/>
                <a:ext cx="11199971" cy="1088311"/>
              </a:xfrm>
              <a:prstGeom prst="rect">
                <a:avLst/>
              </a:prstGeom>
              <a:solidFill>
                <a:schemeClr val="bg1">
                  <a:lumMod val="95000"/>
                </a:schemeClr>
              </a:solidFill>
              <a:ln w="28575">
                <a:solidFill>
                  <a:srgbClr val="E0700D"/>
                </a:solidFill>
              </a:ln>
            </p:spPr>
            <p:txBody>
              <a:bodyPr wrap="square" rtlCol="0">
                <a:spAutoFit/>
              </a:bodyPr>
              <a:lstStyle/>
              <a:p>
                <a:r>
                  <a:rPr lang="es-ES" sz="1200" dirty="0">
                    <a:latin typeface="Arial" panose="020B0604020202020204" pitchFamily="34" charset="0"/>
                    <a:cs typeface="Arial" panose="020B0604020202020204" pitchFamily="34" charset="0"/>
                  </a:rPr>
                  <a:t>A diferencia del acoplador direccional, el MMI se basa en la interferencia multimodo. </a:t>
                </a:r>
                <a14:m>
                  <m:oMath xmlns:m="http://schemas.openxmlformats.org/officeDocument/2006/math">
                    <m:sSub>
                      <m:sSubPr>
                        <m:ctrlPr>
                          <a:rPr lang="ar-AE" sz="1200"/>
                        </m:ctrlPr>
                      </m:sSubPr>
                      <m:e>
                        <m:r>
                          <a:rPr lang="ar-AE" sz="1200" i="1"/>
                          <m:t>𝐿</m:t>
                        </m:r>
                      </m:e>
                      <m:sub>
                        <m:r>
                          <a:rPr lang="ar-AE" sz="1200" i="1"/>
                          <m:t>𝜋</m:t>
                        </m:r>
                      </m:sub>
                    </m:sSub>
                  </m:oMath>
                </a14:m>
                <a:r>
                  <a:rPr lang="es-ES" sz="1200" dirty="0">
                    <a:latin typeface="Arial" panose="020B0604020202020204" pitchFamily="34" charset="0"/>
                    <a:cs typeface="Arial" panose="020B0604020202020204" pitchFamily="34" charset="0"/>
                  </a:rPr>
                  <a:t>depende aproximadamente de </a:t>
                </a:r>
                <a14:m>
                  <m:oMath xmlns:m="http://schemas.openxmlformats.org/officeDocument/2006/math">
                    <m:sSup>
                      <m:sSupPr>
                        <m:ctrlPr>
                          <a:rPr lang="ar-AE" sz="1200"/>
                        </m:ctrlPr>
                      </m:sSupPr>
                      <m:e>
                        <m:d>
                          <m:dPr>
                            <m:ctrlPr>
                              <a:rPr lang="ar-AE" sz="1200"/>
                            </m:ctrlPr>
                          </m:dPr>
                          <m:e>
                            <m:sSub>
                              <m:sSubPr>
                                <m:ctrlPr>
                                  <a:rPr lang="ar-AE" sz="1200" i="1"/>
                                </m:ctrlPr>
                              </m:sSubPr>
                              <m:e>
                                <m:r>
                                  <a:rPr lang="ar-AE" sz="1200" i="1"/>
                                  <m:t>𝑛</m:t>
                                </m:r>
                              </m:e>
                              <m:sub>
                                <m:r>
                                  <m:rPr>
                                    <m:nor/>
                                  </m:rPr>
                                  <a:rPr lang="es-ES" sz="1200" i="1">
                                    <a:latin typeface="Arial" panose="020B0604020202020204" pitchFamily="34" charset="0"/>
                                    <a:cs typeface="Arial" panose="020B0604020202020204" pitchFamily="34" charset="0"/>
                                  </a:rPr>
                                  <m:t>eff</m:t>
                                </m:r>
                              </m:sub>
                            </m:sSub>
                            <m:r>
                              <a:rPr lang="ar-AE" sz="1200" i="1"/>
                              <m:t>𝑊</m:t>
                            </m:r>
                          </m:e>
                        </m:d>
                      </m:e>
                      <m:sup>
                        <m:r>
                          <a:rPr lang="ar-AE" sz="1200"/>
                          <m:t>2</m:t>
                        </m:r>
                      </m:sup>
                    </m:sSup>
                    <m:r>
                      <a:rPr lang="ar-AE" sz="1200"/>
                      <m:t>/</m:t>
                    </m:r>
                    <m:r>
                      <a:rPr lang="ar-AE" sz="1200" i="1"/>
                      <m:t>𝜆</m:t>
                    </m:r>
                  </m:oMath>
                </a14:m>
                <a:r>
                  <a:rPr lang="ar-AE" sz="1200" dirty="0">
                    <a:latin typeface="Arial" panose="020B0604020202020204" pitchFamily="34" charset="0"/>
                    <a:cs typeface="Arial" panose="020B0604020202020204" pitchFamily="34" charset="0"/>
                  </a:rPr>
                  <a:t>, </a:t>
                </a:r>
                <a:r>
                  <a:rPr lang="es-ES" sz="1200" dirty="0">
                    <a:latin typeface="Arial" panose="020B0604020202020204" pitchFamily="34" charset="0"/>
                    <a:cs typeface="Arial" panose="020B0604020202020204" pitchFamily="34" charset="0"/>
                  </a:rPr>
                  <a:t>lo que explica su reducción al aumentar la longitud de onda. Sin embargo, a diferencia del acoplador direccional, su variación es más suave, ya que presenta una menor sensibilidad espectral, lo que confiere a los MMI una mayor robustez frente a cambios en la longitud de onda.</a:t>
                </a:r>
              </a:p>
              <a:p>
                <a:r>
                  <a:rPr lang="es-ES" sz="1200" dirty="0">
                    <a:latin typeface="Arial" panose="020B0604020202020204" pitchFamily="34" charset="0"/>
                    <a:cs typeface="Arial" panose="020B0604020202020204" pitchFamily="34" charset="0"/>
                  </a:rPr>
                  <a:t>Además, el modo TE requiere valores de </a:t>
                </a:r>
                <a14:m>
                  <m:oMath xmlns:m="http://schemas.openxmlformats.org/officeDocument/2006/math">
                    <m:sSub>
                      <m:sSubPr>
                        <m:ctrlPr>
                          <a:rPr lang="ar-AE" sz="1200"/>
                        </m:ctrlPr>
                      </m:sSubPr>
                      <m:e>
                        <m:r>
                          <a:rPr lang="ar-AE" sz="1200" i="1"/>
                          <m:t>𝐿</m:t>
                        </m:r>
                      </m:e>
                      <m:sub>
                        <m:r>
                          <a:rPr lang="ar-AE" sz="1200" i="1"/>
                          <m:t>𝜋</m:t>
                        </m:r>
                      </m:sub>
                    </m:sSub>
                  </m:oMath>
                </a14:m>
                <a:r>
                  <a:rPr lang="es-ES" sz="1200" dirty="0">
                    <a:latin typeface="Arial" panose="020B0604020202020204" pitchFamily="34" charset="0"/>
                    <a:cs typeface="Arial" panose="020B0604020202020204" pitchFamily="34" charset="0"/>
                  </a:rPr>
                  <a:t>ligeramente mayores en comparación con el TM.</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mc:Choice>
        <mc:Fallback>
          <p:sp>
            <p:nvSpPr>
              <p:cNvPr id="2" name="CuadroTexto 1">
                <a:extLst>
                  <a:ext uri="{FF2B5EF4-FFF2-40B4-BE49-F238E27FC236}">
                    <a16:creationId xmlns:a16="http://schemas.microsoft.com/office/drawing/2014/main" id="{82A62DD6-5488-72A1-9926-0CAEE59089A9}"/>
                  </a:ext>
                </a:extLst>
              </p:cNvPr>
              <p:cNvSpPr txBox="1">
                <a:spLocks noRot="1" noChangeAspect="1" noMove="1" noResize="1" noEditPoints="1" noAdjustHandles="1" noChangeArrowheads="1" noChangeShapeType="1" noTextEdit="1"/>
              </p:cNvSpPr>
              <p:nvPr/>
            </p:nvSpPr>
            <p:spPr>
              <a:xfrm>
                <a:off x="609441" y="4860334"/>
                <a:ext cx="11199971" cy="1088311"/>
              </a:xfrm>
              <a:prstGeom prst="rect">
                <a:avLst/>
              </a:prstGeom>
              <a:blipFill>
                <a:blip r:embed="rId4"/>
                <a:stretch>
                  <a:fillRect r="-163"/>
                </a:stretch>
              </a:blipFill>
              <a:ln w="28575">
                <a:solidFill>
                  <a:srgbClr val="E0700D"/>
                </a:solidFill>
              </a:ln>
            </p:spPr>
            <p:txBody>
              <a:bodyPr/>
              <a:lstStyle/>
              <a:p>
                <a:r>
                  <a:rPr lang="es-ES">
                    <a:noFill/>
                  </a:rPr>
                  <a:t> </a:t>
                </a:r>
              </a:p>
            </p:txBody>
          </p:sp>
        </mc:Fallback>
      </mc:AlternateContent>
      <p:sp>
        <p:nvSpPr>
          <p:cNvPr id="4" name="Rectángulo 3">
            <a:extLst>
              <a:ext uri="{FF2B5EF4-FFF2-40B4-BE49-F238E27FC236}">
                <a16:creationId xmlns:a16="http://schemas.microsoft.com/office/drawing/2014/main" id="{796EDE51-D41E-C23B-F402-2F7357DE8714}"/>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5A3233C9-FE6F-52D8-4D87-224222BDA8E1}"/>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Imagen 7">
            <a:extLst>
              <a:ext uri="{FF2B5EF4-FFF2-40B4-BE49-F238E27FC236}">
                <a16:creationId xmlns:a16="http://schemas.microsoft.com/office/drawing/2014/main" id="{4E232CFE-C4FB-6266-D57A-E243A2D95858}"/>
              </a:ext>
            </a:extLst>
          </p:cNvPr>
          <p:cNvPicPr>
            <a:picLocks noChangeAspect="1"/>
          </p:cNvPicPr>
          <p:nvPr/>
        </p:nvPicPr>
        <p:blipFill>
          <a:blip r:embed="rId5"/>
          <a:stretch>
            <a:fillRect/>
          </a:stretch>
        </p:blipFill>
        <p:spPr>
          <a:xfrm>
            <a:off x="1405821" y="1530182"/>
            <a:ext cx="3893798" cy="3152452"/>
          </a:xfrm>
          <a:prstGeom prst="rect">
            <a:avLst/>
          </a:prstGeom>
        </p:spPr>
      </p:pic>
      <p:pic>
        <p:nvPicPr>
          <p:cNvPr id="12" name="Imagen 11">
            <a:extLst>
              <a:ext uri="{FF2B5EF4-FFF2-40B4-BE49-F238E27FC236}">
                <a16:creationId xmlns:a16="http://schemas.microsoft.com/office/drawing/2014/main" id="{9C01D07D-BA28-4322-B35E-1080E5832FA7}"/>
              </a:ext>
            </a:extLst>
          </p:cNvPr>
          <p:cNvPicPr>
            <a:picLocks noChangeAspect="1"/>
          </p:cNvPicPr>
          <p:nvPr/>
        </p:nvPicPr>
        <p:blipFill>
          <a:blip r:embed="rId6"/>
          <a:stretch>
            <a:fillRect/>
          </a:stretch>
        </p:blipFill>
        <p:spPr>
          <a:xfrm>
            <a:off x="7083524" y="1474675"/>
            <a:ext cx="3962358" cy="3207959"/>
          </a:xfrm>
          <a:prstGeom prst="rect">
            <a:avLst/>
          </a:prstGeom>
        </p:spPr>
      </p:pic>
    </p:spTree>
    <p:extLst>
      <p:ext uri="{BB962C8B-B14F-4D97-AF65-F5344CB8AC3E}">
        <p14:creationId xmlns:p14="http://schemas.microsoft.com/office/powerpoint/2010/main" val="9551456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5C897-D580-E5C1-161C-F8E072695C0C}"/>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3FFBD12-4EFF-41C1-4765-2AD268B2BD9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Extra #4 – MMI coupler body width dependence</a:t>
            </a:r>
            <a:br>
              <a:rPr lang="en-US" sz="2500" spc="-5">
                <a:latin typeface="+mj-lt"/>
                <a:cs typeface="Lucida Sans"/>
              </a:rPr>
            </a:br>
            <a:r>
              <a:rPr lang="en-US" b="0"/>
              <a:t>Wavelength 1.55 µm, </a:t>
            </a:r>
            <a:r>
              <a:rPr lang="en-US" b="0" err="1"/>
              <a:t>wMMI</a:t>
            </a:r>
            <a:r>
              <a:rPr lang="en-US" b="0"/>
              <a:t> = 5-10 µm (steps 0.5 µm)</a:t>
            </a:r>
            <a:endParaRPr lang="en-US" sz="2500" b="0">
              <a:latin typeface="+mj-lt"/>
              <a:cs typeface="Lucida Sans"/>
            </a:endParaRPr>
          </a:p>
        </p:txBody>
      </p:sp>
      <p:pic>
        <p:nvPicPr>
          <p:cNvPr id="83" name="Gráfico 82">
            <a:extLst>
              <a:ext uri="{FF2B5EF4-FFF2-40B4-BE49-F238E27FC236}">
                <a16:creationId xmlns:a16="http://schemas.microsoft.com/office/drawing/2014/main" id="{C14AF521-052E-A1FA-D63D-CB0826C48D2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C87B233-8A68-967F-55BC-3A828B5F39BA}"/>
              </a:ext>
            </a:extLst>
          </p:cNvPr>
          <p:cNvSpPr>
            <a:spLocks noGrp="1"/>
          </p:cNvSpPr>
          <p:nvPr>
            <p:ph type="sldNum" sz="quarter" idx="7"/>
          </p:nvPr>
        </p:nvSpPr>
        <p:spPr/>
        <p:txBody>
          <a:bodyPr/>
          <a:lstStyle/>
          <a:p>
            <a:fld id="{B6F15528-21DE-4FAA-801E-634DDDAF4B2B}" type="slidenum">
              <a:rPr lang="es-ES" smtClean="0"/>
              <a:t>24</a:t>
            </a:fld>
            <a:endParaRPr lang="es-ES"/>
          </a:p>
        </p:txBody>
      </p:sp>
      <p:sp>
        <p:nvSpPr>
          <p:cNvPr id="3" name="Marcador de pie de página 2">
            <a:extLst>
              <a:ext uri="{FF2B5EF4-FFF2-40B4-BE49-F238E27FC236}">
                <a16:creationId xmlns:a16="http://schemas.microsoft.com/office/drawing/2014/main" id="{DB1B524E-0E15-1C98-31B0-C98BD07BFBE8}"/>
              </a:ext>
            </a:extLst>
          </p:cNvPr>
          <p:cNvSpPr>
            <a:spLocks noGrp="1"/>
          </p:cNvSpPr>
          <p:nvPr>
            <p:ph type="ftr" sz="quarter" idx="5"/>
          </p:nvPr>
        </p:nvSpPr>
        <p:spPr/>
        <p:txBody>
          <a:bodyPr/>
          <a:lstStyle/>
          <a:p>
            <a:pPr marL="12700">
              <a:spcBef>
                <a:spcPts val="15"/>
              </a:spcBef>
            </a:pPr>
            <a:r>
              <a:rPr lang="es-ES" spc="-5"/>
              <a:t>LAB 2.0. COUPLERS</a:t>
            </a:r>
          </a:p>
        </p:txBody>
      </p:sp>
      <mc:AlternateContent xmlns:mc="http://schemas.openxmlformats.org/markup-compatibility/2006">
        <mc:Choice xmlns:a14="http://schemas.microsoft.com/office/drawing/2010/main" Requires="a14">
          <p:sp>
            <p:nvSpPr>
              <p:cNvPr id="2" name="CuadroTexto 1">
                <a:extLst>
                  <a:ext uri="{FF2B5EF4-FFF2-40B4-BE49-F238E27FC236}">
                    <a16:creationId xmlns:a16="http://schemas.microsoft.com/office/drawing/2014/main" id="{8D88CB07-C5F5-9BB7-9F41-E171F0F0E2B9}"/>
                  </a:ext>
                </a:extLst>
              </p:cNvPr>
              <p:cNvSpPr txBox="1"/>
              <p:nvPr/>
            </p:nvSpPr>
            <p:spPr>
              <a:xfrm>
                <a:off x="609441" y="4860334"/>
                <a:ext cx="11199971" cy="830997"/>
              </a:xfrm>
              <a:prstGeom prst="rect">
                <a:avLst/>
              </a:prstGeom>
              <a:solidFill>
                <a:schemeClr val="bg1">
                  <a:lumMod val="95000"/>
                </a:schemeClr>
              </a:solidFill>
              <a:ln w="28575">
                <a:solidFill>
                  <a:srgbClr val="E0700D"/>
                </a:solidFill>
              </a:ln>
            </p:spPr>
            <p:txBody>
              <a:bodyPr wrap="square" rtlCol="0">
                <a:spAutoFit/>
              </a:bodyPr>
              <a:lstStyle/>
              <a:p>
                <a:r>
                  <a:rPr lang="es-ES" sz="1200" dirty="0">
                    <a:latin typeface="Arial" panose="020B0604020202020204" pitchFamily="34" charset="0"/>
                    <a:cs typeface="Arial" panose="020B0604020202020204" pitchFamily="34" charset="0"/>
                  </a:rPr>
                  <a:t>Tal y como se observa en las gráficas, al aumentar el ancho también aumenta </a:t>
                </a:r>
                <a14:m>
                  <m:oMath xmlns:m="http://schemas.openxmlformats.org/officeDocument/2006/math">
                    <m:sSub>
                      <m:sSubPr>
                        <m:ctrlPr>
                          <a:rPr lang="ar-AE" sz="1200"/>
                        </m:ctrlPr>
                      </m:sSubPr>
                      <m:e>
                        <m:r>
                          <a:rPr lang="ar-AE" sz="1200" i="1"/>
                          <m:t>𝐿</m:t>
                        </m:r>
                      </m:e>
                      <m:sub>
                        <m:r>
                          <a:rPr lang="ar-AE" sz="1200" i="1"/>
                          <m:t>𝜋</m:t>
                        </m:r>
                      </m:sub>
                    </m:sSub>
                    <m:r>
                      <a:rPr lang="es-ES" sz="1200" b="0" i="0" smtClean="0">
                        <a:latin typeface="Cambria Math" panose="02040503050406030204" pitchFamily="18" charset="0"/>
                      </a:rPr>
                      <m:t>.  </m:t>
                    </m:r>
                  </m:oMath>
                </a14:m>
                <a:r>
                  <a:rPr lang="es-ES" sz="1200" dirty="0">
                    <a:latin typeface="Arial" panose="020B0604020202020204" pitchFamily="34" charset="0"/>
                    <a:cs typeface="Arial" panose="020B0604020202020204" pitchFamily="34" charset="0"/>
                  </a:rPr>
                  <a:t> Esto es debido a que hay menor campo evanescente presente lo que hace necesario un </a:t>
                </a:r>
                <a:r>
                  <a:rPr lang="es-ES" sz="1200" dirty="0" err="1">
                    <a:latin typeface="Arial" panose="020B0604020202020204" pitchFamily="34" charset="0"/>
                    <a:cs typeface="Arial" panose="020B0604020202020204" pitchFamily="34" charset="0"/>
                  </a:rPr>
                  <a:t>Lpi</a:t>
                </a:r>
                <a:r>
                  <a:rPr lang="es-ES" sz="1200" dirty="0">
                    <a:latin typeface="Arial" panose="020B0604020202020204" pitchFamily="34" charset="0"/>
                    <a:cs typeface="Arial" panose="020B0604020202020204" pitchFamily="34" charset="0"/>
                  </a:rPr>
                  <a:t> mayor. </a:t>
                </a:r>
              </a:p>
              <a:p>
                <a:r>
                  <a:rPr lang="es-ES" sz="1200" dirty="0">
                    <a:latin typeface="Arial" panose="020B0604020202020204" pitchFamily="34" charset="0"/>
                    <a:cs typeface="Arial" panose="020B0604020202020204" pitchFamily="34" charset="0"/>
                  </a:rPr>
                  <a:t>A partir de este comportamiento, se puede deducir que no existe un punto de diseño en el que el MMI opere de forma ideal simultáneamente para ambas polarizaciones. </a:t>
                </a:r>
                <a:endParaRPr lang="en-US" sz="1200" dirty="0">
                  <a:latin typeface="Arial" panose="020B0604020202020204" pitchFamily="34" charset="0"/>
                  <a:cs typeface="Arial" panose="020B0604020202020204" pitchFamily="34" charset="0"/>
                </a:endParaRPr>
              </a:p>
            </p:txBody>
          </p:sp>
        </mc:Choice>
        <mc:Fallback>
          <p:sp>
            <p:nvSpPr>
              <p:cNvPr id="2" name="CuadroTexto 1">
                <a:extLst>
                  <a:ext uri="{FF2B5EF4-FFF2-40B4-BE49-F238E27FC236}">
                    <a16:creationId xmlns:a16="http://schemas.microsoft.com/office/drawing/2014/main" id="{8D88CB07-C5F5-9BB7-9F41-E171F0F0E2B9}"/>
                  </a:ext>
                </a:extLst>
              </p:cNvPr>
              <p:cNvSpPr txBox="1">
                <a:spLocks noRot="1" noChangeAspect="1" noMove="1" noResize="1" noEditPoints="1" noAdjustHandles="1" noChangeArrowheads="1" noChangeShapeType="1" noTextEdit="1"/>
              </p:cNvSpPr>
              <p:nvPr/>
            </p:nvSpPr>
            <p:spPr>
              <a:xfrm>
                <a:off x="609441" y="4860334"/>
                <a:ext cx="11199971" cy="830997"/>
              </a:xfrm>
              <a:prstGeom prst="rect">
                <a:avLst/>
              </a:prstGeom>
              <a:blipFill>
                <a:blip r:embed="rId4"/>
                <a:stretch>
                  <a:fillRect b="-1408"/>
                </a:stretch>
              </a:blipFill>
              <a:ln w="28575">
                <a:solidFill>
                  <a:srgbClr val="E0700D"/>
                </a:solidFill>
              </a:ln>
            </p:spPr>
            <p:txBody>
              <a:bodyPr/>
              <a:lstStyle/>
              <a:p>
                <a:r>
                  <a:rPr lang="es-ES">
                    <a:noFill/>
                  </a:rPr>
                  <a:t> </a:t>
                </a:r>
              </a:p>
            </p:txBody>
          </p:sp>
        </mc:Fallback>
      </mc:AlternateContent>
      <p:sp>
        <p:nvSpPr>
          <p:cNvPr id="4" name="Rectángulo 3">
            <a:extLst>
              <a:ext uri="{FF2B5EF4-FFF2-40B4-BE49-F238E27FC236}">
                <a16:creationId xmlns:a16="http://schemas.microsoft.com/office/drawing/2014/main" id="{B58B1BB0-E248-0BA3-D1B3-93649227103E}"/>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8E0E2533-B1CA-72C4-3859-1CBDD5887887}"/>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Imagen 7">
            <a:extLst>
              <a:ext uri="{FF2B5EF4-FFF2-40B4-BE49-F238E27FC236}">
                <a16:creationId xmlns:a16="http://schemas.microsoft.com/office/drawing/2014/main" id="{DFB388DE-A88E-BA1E-7217-4B18FFF77EE0}"/>
              </a:ext>
            </a:extLst>
          </p:cNvPr>
          <p:cNvPicPr>
            <a:picLocks noChangeAspect="1"/>
          </p:cNvPicPr>
          <p:nvPr/>
        </p:nvPicPr>
        <p:blipFill>
          <a:blip r:embed="rId5"/>
          <a:stretch>
            <a:fillRect/>
          </a:stretch>
        </p:blipFill>
        <p:spPr>
          <a:xfrm>
            <a:off x="1353531" y="1471048"/>
            <a:ext cx="3998377" cy="3186097"/>
          </a:xfrm>
          <a:prstGeom prst="rect">
            <a:avLst/>
          </a:prstGeom>
        </p:spPr>
      </p:pic>
      <p:pic>
        <p:nvPicPr>
          <p:cNvPr id="12" name="Imagen 11">
            <a:extLst>
              <a:ext uri="{FF2B5EF4-FFF2-40B4-BE49-F238E27FC236}">
                <a16:creationId xmlns:a16="http://schemas.microsoft.com/office/drawing/2014/main" id="{7E1E60C9-9F23-18A5-425E-3407473F317D}"/>
              </a:ext>
            </a:extLst>
          </p:cNvPr>
          <p:cNvPicPr>
            <a:picLocks noChangeAspect="1"/>
          </p:cNvPicPr>
          <p:nvPr/>
        </p:nvPicPr>
        <p:blipFill>
          <a:blip r:embed="rId6"/>
          <a:stretch>
            <a:fillRect/>
          </a:stretch>
        </p:blipFill>
        <p:spPr>
          <a:xfrm>
            <a:off x="7065514" y="1471047"/>
            <a:ext cx="3998377" cy="3186097"/>
          </a:xfrm>
          <a:prstGeom prst="rect">
            <a:avLst/>
          </a:prstGeom>
        </p:spPr>
      </p:pic>
    </p:spTree>
    <p:extLst>
      <p:ext uri="{BB962C8B-B14F-4D97-AF65-F5344CB8AC3E}">
        <p14:creationId xmlns:p14="http://schemas.microsoft.com/office/powerpoint/2010/main" val="5359394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a:solidFill>
                  <a:srgbClr val="FFFFFF"/>
                </a:solidFill>
                <a:latin typeface="Lucida Sans"/>
                <a:cs typeface="Lucida Sans"/>
              </a:rPr>
              <a:t>Thank</a:t>
            </a:r>
            <a:r>
              <a:rPr sz="3200" b="1" spc="-55">
                <a:solidFill>
                  <a:srgbClr val="FFFFFF"/>
                </a:solidFill>
                <a:latin typeface="Lucida Sans"/>
                <a:cs typeface="Lucida Sans"/>
              </a:rPr>
              <a:t> </a:t>
            </a:r>
            <a:r>
              <a:rPr sz="3200" b="1">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25</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0</TotalTime>
  <Words>1998</Words>
  <Application>Microsoft Office PowerPoint</Application>
  <PresentationFormat>Panorámica</PresentationFormat>
  <Paragraphs>199</Paragraphs>
  <Slides>25</Slides>
  <Notes>17</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25</vt:i4>
      </vt:variant>
    </vt:vector>
  </HeadingPairs>
  <TitlesOfParts>
    <vt:vector size="33" baseType="lpstr">
      <vt:lpstr>Aptos</vt:lpstr>
      <vt:lpstr>Arial</vt:lpstr>
      <vt:lpstr>Calibri</vt:lpstr>
      <vt:lpstr>Cambria Math</vt:lpstr>
      <vt:lpstr>Lucida Sans</vt:lpstr>
      <vt:lpstr>Times New Roman</vt:lpstr>
      <vt:lpstr>Wingdings</vt:lpstr>
      <vt:lpstr>Office Theme</vt:lpstr>
      <vt:lpstr>Presentación de PowerPoint</vt:lpstr>
      <vt:lpstr>Instructions General</vt:lpstr>
      <vt:lpstr>Presentación de PowerPoint</vt:lpstr>
      <vt:lpstr>Learning outcome #1 – Directional coupler cross-section in GDSFactory </vt:lpstr>
      <vt:lpstr>Cross-Section Definition and parameters </vt:lpstr>
      <vt:lpstr>Simulations </vt:lpstr>
      <vt:lpstr>Simulations </vt:lpstr>
      <vt:lpstr>Learning outcome #2 – Directional coupler length and coupling coefficient Wavelength 1.5 µm – width 1.2 µm – gap 0.6 µm – thickness 300 nm</vt:lpstr>
      <vt:lpstr>Learning outcome #3 – 2x2 Directional Coupler Wavelength 1.55 µm – Sweep gaps between 0.2 and 1.2 µm in steps of 0.2 µm</vt:lpstr>
      <vt:lpstr>Learning outcome #3 – 2x2 Directional Coupler Wavelength 1.55 µm – Sweep gaps between 0.2 and 1.2 µm in steps of 0.2 µm</vt:lpstr>
      <vt:lpstr>Learning outcome #3 – 2x2 Directional Coupler Wavelength 1.55 µm – Sweep gaps between 0.2 and 1.2 µm in steps of 0.2 µm</vt:lpstr>
      <vt:lpstr>Learning outcome #4 – Parallel uncoupled waveguides – TE0 mode Wavelength 1.55 µm, width 1.0 µm, gap to be found for uncoupled wvgs</vt:lpstr>
      <vt:lpstr>Presentación de PowerPoint</vt:lpstr>
      <vt:lpstr>Learning outcome #5 – Multimode Interference (MMI) Coupler cross-section</vt:lpstr>
      <vt:lpstr>LO.5.1. Cross-Section definition and simulation </vt:lpstr>
      <vt:lpstr>LO.5.1. Cross-Section definition and simulation </vt:lpstr>
      <vt:lpstr>Learning outcome #6 – 6.1 2x2 Multimode Interference Coupler  Wavelength 1.55 µm, wMMI = 6.6 µm</vt:lpstr>
      <vt:lpstr>Learning outcome #6.2 – 2x2 Multimode Interference Coupler - Optimization Wavelength 1.55 µm, wMMI = 6.6 µm</vt:lpstr>
      <vt:lpstr>Learning outcome #6.3 – 2x2 Multimode Interference Coupler – Optimization (II) Wavelength 1.55 µm, wMMI = 6.6 µm</vt:lpstr>
      <vt:lpstr>Learning outcome #7 – 1x4 Multimode Interference Coupler  Wavelength 1.55 µm, wMMI = ? µm</vt:lpstr>
      <vt:lpstr>Extra #1 – Directional coupler gap dependence Wavelength 1.55 µm, width 1.0 µm, gap 0.2-2.4 µm (step 0.2 µm) </vt:lpstr>
      <vt:lpstr>Extra #2 – Directional wavelength dependence Wavelengths from 1.5 to 1.7 µm, gap = 0.6 µm, width 1.0 µm  </vt:lpstr>
      <vt:lpstr>Extra #3 – MMI coupler wavelength dependence Wavelengths from 1.5 to 1.7 µm, wMMI = 6.6 µm</vt:lpstr>
      <vt:lpstr>Extra #4 – MMI coupler body width dependence Wavelength 1.55 µm, wMMI = 5-10 µm (steps 0.5 µm)</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Aina Perello Rosello</cp:lastModifiedBy>
  <cp:revision>2</cp:revision>
  <dcterms:created xsi:type="dcterms:W3CDTF">2025-01-27T02:46:57Z</dcterms:created>
  <dcterms:modified xsi:type="dcterms:W3CDTF">2026-05-04T00:52:12Z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